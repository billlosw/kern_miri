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39"/>
  </p:notesMasterIdLst>
  <p:sldIdLst>
    <p:sldId id="270" r:id="rId2"/>
    <p:sldId id="271" r:id="rId3"/>
    <p:sldId id="274" r:id="rId4"/>
    <p:sldId id="275" r:id="rId5"/>
    <p:sldId id="276" r:id="rId6"/>
    <p:sldId id="277" r:id="rId7"/>
    <p:sldId id="278" r:id="rId8"/>
    <p:sldId id="279" r:id="rId9"/>
    <p:sldId id="281" r:id="rId10"/>
    <p:sldId id="283" r:id="rId11"/>
    <p:sldId id="282" r:id="rId12"/>
    <p:sldId id="284" r:id="rId13"/>
    <p:sldId id="285" r:id="rId14"/>
    <p:sldId id="280" r:id="rId15"/>
    <p:sldId id="286" r:id="rId16"/>
    <p:sldId id="287" r:id="rId17"/>
    <p:sldId id="292" r:id="rId18"/>
    <p:sldId id="289" r:id="rId19"/>
    <p:sldId id="291" r:id="rId20"/>
    <p:sldId id="294" r:id="rId21"/>
    <p:sldId id="295" r:id="rId22"/>
    <p:sldId id="299" r:id="rId23"/>
    <p:sldId id="298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12" r:id="rId34"/>
    <p:sldId id="309" r:id="rId35"/>
    <p:sldId id="311" r:id="rId36"/>
    <p:sldId id="310" r:id="rId37"/>
    <p:sldId id="26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/>
    <p:restoredTop sz="87199" autoAdjust="0"/>
  </p:normalViewPr>
  <p:slideViewPr>
    <p:cSldViewPr snapToGrid="0" snapToObjects="1">
      <p:cViewPr varScale="1">
        <p:scale>
          <a:sx n="91" d="100"/>
          <a:sy n="91" d="100"/>
        </p:scale>
        <p:origin x="90" y="57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601C6-F14A-4083-95E1-1070E9738BF3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Hans-MO" altLang="en-US"/>
        </a:p>
      </dgm:t>
    </dgm:pt>
    <dgm:pt modelId="{37119DE6-6B3E-467D-AE4F-91ABAC824D0F}">
      <dgm:prSet phldrT="[文本]" phldr="0" custT="1"/>
      <dgm:spPr/>
      <dgm:t>
        <a:bodyPr/>
        <a:lstStyle/>
        <a:p>
          <a:r>
            <a:rPr lang="en-US" altLang="zh-Hans-MO" sz="2000" dirty="0"/>
            <a:t>Source Code (.c)</a:t>
          </a:r>
          <a:endParaRPr lang="zh-Hans-MO" altLang="en-US" sz="2000" dirty="0"/>
        </a:p>
      </dgm:t>
    </dgm:pt>
    <dgm:pt modelId="{06B368D9-23EF-47B3-894C-6B51CB58C90C}" type="par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E079766D-F5FC-4361-97D7-AB31699DD232}" type="sib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6583C437-53E2-4C1A-94D7-4FE371BA2A13}">
      <dgm:prSet phldrT="[文本]" phldr="0" custT="1"/>
      <dgm:spPr/>
      <dgm:t>
        <a:bodyPr/>
        <a:lstStyle/>
        <a:p>
          <a:r>
            <a:rPr lang="en-US" altLang="zh-Hans-MO" sz="2000" dirty="0"/>
            <a:t>Preprocessed Code (.</a:t>
          </a:r>
          <a:r>
            <a:rPr lang="en-US" altLang="zh-Hans-MO" sz="2000" dirty="0" err="1"/>
            <a:t>i</a:t>
          </a:r>
          <a:r>
            <a:rPr lang="en-US" altLang="zh-Hans-MO" sz="2000" dirty="0"/>
            <a:t>)</a:t>
          </a:r>
          <a:endParaRPr lang="zh-Hans-MO" altLang="en-US" sz="2000" dirty="0"/>
        </a:p>
      </dgm:t>
    </dgm:pt>
    <dgm:pt modelId="{E26F6872-A2E3-4DDD-87F6-6637A30EE031}" type="par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F9635163-93F5-47C7-9BC6-2A8EFBFCE551}" type="sib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54519080-1208-41AC-B014-40A14A04EA7F}">
      <dgm:prSet phldrT="[文本]" phldr="0" custT="1"/>
      <dgm:spPr/>
      <dgm:t>
        <a:bodyPr/>
        <a:lstStyle/>
        <a:p>
          <a:r>
            <a:rPr lang="en-US" altLang="zh-Hans-MO" sz="2000" b="0" dirty="0"/>
            <a:t>Assembly (.s)</a:t>
          </a:r>
          <a:endParaRPr lang="zh-Hans-MO" altLang="en-US" sz="2000" b="0" dirty="0"/>
        </a:p>
      </dgm:t>
    </dgm:pt>
    <dgm:pt modelId="{70DAA01B-CFA8-440A-8149-A9FFEF3FE24D}" type="parTrans" cxnId="{F8E3BB7D-A28A-4C88-9409-430003A542BE}">
      <dgm:prSet/>
      <dgm:spPr/>
      <dgm:t>
        <a:bodyPr/>
        <a:lstStyle/>
        <a:p>
          <a:endParaRPr lang="zh-Hans-MO" altLang="en-US"/>
        </a:p>
      </dgm:t>
    </dgm:pt>
    <dgm:pt modelId="{FC8C0CCB-6705-4563-9E0D-B5111FF44097}" type="sibTrans" cxnId="{F8E3BB7D-A28A-4C88-9409-430003A542BE}">
      <dgm:prSet/>
      <dgm:spPr/>
      <dgm:t>
        <a:bodyPr/>
        <a:lstStyle/>
        <a:p>
          <a:endParaRPr lang="zh-Hans-MO" altLang="en-US"/>
        </a:p>
      </dgm:t>
    </dgm:pt>
    <dgm:pt modelId="{E8FACBB6-75C7-4AAC-ACF5-0A10DA9CF773}">
      <dgm:prSet custT="1"/>
      <dgm:spPr/>
      <dgm:t>
        <a:bodyPr/>
        <a:lstStyle/>
        <a:p>
          <a:r>
            <a:rPr lang="en-US" altLang="zh-Hans-MO" sz="2000" dirty="0"/>
            <a:t>Object Code (.o)</a:t>
          </a:r>
          <a:endParaRPr lang="zh-Hans-MO" altLang="en-US" sz="2000" dirty="0"/>
        </a:p>
      </dgm:t>
    </dgm:pt>
    <dgm:pt modelId="{D1C5100F-43A0-4667-84A6-63B26B9B8F91}" type="parTrans" cxnId="{232FE5CF-D395-451B-9B76-ED5EAA30FA2B}">
      <dgm:prSet/>
      <dgm:spPr/>
      <dgm:t>
        <a:bodyPr/>
        <a:lstStyle/>
        <a:p>
          <a:endParaRPr lang="zh-Hans-MO" altLang="en-US"/>
        </a:p>
      </dgm:t>
    </dgm:pt>
    <dgm:pt modelId="{446134CC-4258-486B-8DB9-E863FDD972CE}" type="sibTrans" cxnId="{232FE5CF-D395-451B-9B76-ED5EAA30FA2B}">
      <dgm:prSet/>
      <dgm:spPr/>
      <dgm:t>
        <a:bodyPr/>
        <a:lstStyle/>
        <a:p>
          <a:endParaRPr lang="zh-Hans-MO" altLang="en-US"/>
        </a:p>
      </dgm:t>
    </dgm:pt>
    <dgm:pt modelId="{82A7F8CC-7107-4109-818A-A0178E11AE7D}">
      <dgm:prSet custT="1"/>
      <dgm:spPr/>
      <dgm:t>
        <a:bodyPr/>
        <a:lstStyle/>
        <a:p>
          <a:r>
            <a:rPr lang="en-US" altLang="zh-Hans-MO" sz="2000" dirty="0"/>
            <a:t>Machine Code (exe)</a:t>
          </a:r>
          <a:endParaRPr lang="zh-Hans-MO" altLang="en-US" sz="2000" dirty="0"/>
        </a:p>
      </dgm:t>
    </dgm:pt>
    <dgm:pt modelId="{7E4589D9-2A89-414C-9788-8CBC794E707B}" type="parTrans" cxnId="{EAFDEEE6-FEB2-436A-BB92-1CFC4E67A35F}">
      <dgm:prSet/>
      <dgm:spPr/>
      <dgm:t>
        <a:bodyPr/>
        <a:lstStyle/>
        <a:p>
          <a:endParaRPr lang="zh-Hans-MO" altLang="en-US"/>
        </a:p>
      </dgm:t>
    </dgm:pt>
    <dgm:pt modelId="{94C8B44D-F91B-4976-952E-9A3B384623C4}" type="sibTrans" cxnId="{EAFDEEE6-FEB2-436A-BB92-1CFC4E67A35F}">
      <dgm:prSet/>
      <dgm:spPr/>
      <dgm:t>
        <a:bodyPr/>
        <a:lstStyle/>
        <a:p>
          <a:endParaRPr lang="zh-Hans-MO" altLang="en-US"/>
        </a:p>
      </dgm:t>
    </dgm:pt>
    <dgm:pt modelId="{624EA53D-8CFD-4629-A7C0-CEA1DCB23BAD}" type="pres">
      <dgm:prSet presAssocID="{C13601C6-F14A-4083-95E1-1070E9738BF3}" presName="Name0" presStyleCnt="0">
        <dgm:presLayoutVars>
          <dgm:dir/>
          <dgm:resizeHandles val="exact"/>
        </dgm:presLayoutVars>
      </dgm:prSet>
      <dgm:spPr/>
    </dgm:pt>
    <dgm:pt modelId="{CB17957C-286E-4463-9BBE-CBEF97B422BD}" type="pres">
      <dgm:prSet presAssocID="{37119DE6-6B3E-467D-AE4F-91ABAC824D0F}" presName="node" presStyleLbl="node1" presStyleIdx="0" presStyleCnt="5">
        <dgm:presLayoutVars>
          <dgm:bulletEnabled val="1"/>
        </dgm:presLayoutVars>
      </dgm:prSet>
      <dgm:spPr/>
    </dgm:pt>
    <dgm:pt modelId="{0C37E19F-CC24-4D3E-B5AE-F195B366555F}" type="pres">
      <dgm:prSet presAssocID="{E079766D-F5FC-4361-97D7-AB31699DD232}" presName="sibTrans" presStyleLbl="sibTrans2D1" presStyleIdx="0" presStyleCnt="4"/>
      <dgm:spPr/>
    </dgm:pt>
    <dgm:pt modelId="{89942B71-7191-48C9-8BB0-A43F1093D3E5}" type="pres">
      <dgm:prSet presAssocID="{E079766D-F5FC-4361-97D7-AB31699DD232}" presName="connectorText" presStyleLbl="sibTrans2D1" presStyleIdx="0" presStyleCnt="4"/>
      <dgm:spPr/>
    </dgm:pt>
    <dgm:pt modelId="{6116D327-8F3F-441C-A5DA-52A65670037F}" type="pres">
      <dgm:prSet presAssocID="{6583C437-53E2-4C1A-94D7-4FE371BA2A13}" presName="node" presStyleLbl="node1" presStyleIdx="1" presStyleCnt="5">
        <dgm:presLayoutVars>
          <dgm:bulletEnabled val="1"/>
        </dgm:presLayoutVars>
      </dgm:prSet>
      <dgm:spPr/>
    </dgm:pt>
    <dgm:pt modelId="{CCC8782C-F562-4373-9DB5-97DB64E647D4}" type="pres">
      <dgm:prSet presAssocID="{F9635163-93F5-47C7-9BC6-2A8EFBFCE551}" presName="sibTrans" presStyleLbl="sibTrans2D1" presStyleIdx="1" presStyleCnt="4"/>
      <dgm:spPr/>
    </dgm:pt>
    <dgm:pt modelId="{F5E6ADA9-E32E-4337-92B0-1D0175532825}" type="pres">
      <dgm:prSet presAssocID="{F9635163-93F5-47C7-9BC6-2A8EFBFCE551}" presName="connectorText" presStyleLbl="sibTrans2D1" presStyleIdx="1" presStyleCnt="4"/>
      <dgm:spPr/>
    </dgm:pt>
    <dgm:pt modelId="{7E7387A5-F94A-47EA-BDE4-EE1632777E95}" type="pres">
      <dgm:prSet presAssocID="{54519080-1208-41AC-B014-40A14A04EA7F}" presName="node" presStyleLbl="node1" presStyleIdx="2" presStyleCnt="5">
        <dgm:presLayoutVars>
          <dgm:bulletEnabled val="1"/>
        </dgm:presLayoutVars>
      </dgm:prSet>
      <dgm:spPr/>
    </dgm:pt>
    <dgm:pt modelId="{B049BF72-C36E-4D37-900F-1F57822F8F98}" type="pres">
      <dgm:prSet presAssocID="{FC8C0CCB-6705-4563-9E0D-B5111FF44097}" presName="sibTrans" presStyleLbl="sibTrans2D1" presStyleIdx="2" presStyleCnt="4"/>
      <dgm:spPr/>
    </dgm:pt>
    <dgm:pt modelId="{B198181A-9013-428D-92A2-1ACB37940B73}" type="pres">
      <dgm:prSet presAssocID="{FC8C0CCB-6705-4563-9E0D-B5111FF44097}" presName="connectorText" presStyleLbl="sibTrans2D1" presStyleIdx="2" presStyleCnt="4"/>
      <dgm:spPr/>
    </dgm:pt>
    <dgm:pt modelId="{7A2B7152-1C5E-44B5-9DA2-79B9FF33A52F}" type="pres">
      <dgm:prSet presAssocID="{E8FACBB6-75C7-4AAC-ACF5-0A10DA9CF773}" presName="node" presStyleLbl="node1" presStyleIdx="3" presStyleCnt="5">
        <dgm:presLayoutVars>
          <dgm:bulletEnabled val="1"/>
        </dgm:presLayoutVars>
      </dgm:prSet>
      <dgm:spPr/>
    </dgm:pt>
    <dgm:pt modelId="{50D9B6BD-34E7-4C39-A0A6-CE205136337F}" type="pres">
      <dgm:prSet presAssocID="{446134CC-4258-486B-8DB9-E863FDD972CE}" presName="sibTrans" presStyleLbl="sibTrans2D1" presStyleIdx="3" presStyleCnt="4"/>
      <dgm:spPr/>
    </dgm:pt>
    <dgm:pt modelId="{D82C7ECB-67CF-470B-A8BC-49BA2FC174A7}" type="pres">
      <dgm:prSet presAssocID="{446134CC-4258-486B-8DB9-E863FDD972CE}" presName="connectorText" presStyleLbl="sibTrans2D1" presStyleIdx="3" presStyleCnt="4"/>
      <dgm:spPr/>
    </dgm:pt>
    <dgm:pt modelId="{8C4BABA6-BA43-4281-B175-DBC34ABA3EF9}" type="pres">
      <dgm:prSet presAssocID="{82A7F8CC-7107-4109-818A-A0178E11AE7D}" presName="node" presStyleLbl="node1" presStyleIdx="4" presStyleCnt="5">
        <dgm:presLayoutVars>
          <dgm:bulletEnabled val="1"/>
        </dgm:presLayoutVars>
      </dgm:prSet>
      <dgm:spPr/>
    </dgm:pt>
  </dgm:ptLst>
  <dgm:cxnLst>
    <dgm:cxn modelId="{A6E09E02-56A2-47C3-82D5-A8A1B62C969E}" type="presOf" srcId="{446134CC-4258-486B-8DB9-E863FDD972CE}" destId="{50D9B6BD-34E7-4C39-A0A6-CE205136337F}" srcOrd="0" destOrd="0" presId="urn:microsoft.com/office/officeart/2005/8/layout/process1"/>
    <dgm:cxn modelId="{51D56D0A-D1FA-440E-AF05-F629D7EECE70}" type="presOf" srcId="{54519080-1208-41AC-B014-40A14A04EA7F}" destId="{7E7387A5-F94A-47EA-BDE4-EE1632777E95}" srcOrd="0" destOrd="0" presId="urn:microsoft.com/office/officeart/2005/8/layout/process1"/>
    <dgm:cxn modelId="{AB0F420B-FA4D-4612-AE85-8DB177027E3C}" type="presOf" srcId="{E079766D-F5FC-4361-97D7-AB31699DD232}" destId="{0C37E19F-CC24-4D3E-B5AE-F195B366555F}" srcOrd="0" destOrd="0" presId="urn:microsoft.com/office/officeart/2005/8/layout/process1"/>
    <dgm:cxn modelId="{7DBFC20D-8D34-49D6-8AD9-CE3C48FB5F18}" type="presOf" srcId="{FC8C0CCB-6705-4563-9E0D-B5111FF44097}" destId="{B049BF72-C36E-4D37-900F-1F57822F8F98}" srcOrd="0" destOrd="0" presId="urn:microsoft.com/office/officeart/2005/8/layout/process1"/>
    <dgm:cxn modelId="{D9B0C52B-75A5-4D29-B0E4-333504A1C8ED}" srcId="{C13601C6-F14A-4083-95E1-1070E9738BF3}" destId="{6583C437-53E2-4C1A-94D7-4FE371BA2A13}" srcOrd="1" destOrd="0" parTransId="{E26F6872-A2E3-4DDD-87F6-6637A30EE031}" sibTransId="{F9635163-93F5-47C7-9BC6-2A8EFBFCE551}"/>
    <dgm:cxn modelId="{F81F492D-AFD5-489F-9DCA-E2CB13809314}" type="presOf" srcId="{82A7F8CC-7107-4109-818A-A0178E11AE7D}" destId="{8C4BABA6-BA43-4281-B175-DBC34ABA3EF9}" srcOrd="0" destOrd="0" presId="urn:microsoft.com/office/officeart/2005/8/layout/process1"/>
    <dgm:cxn modelId="{E483BD3F-EA78-42D1-BB9C-E71D594D4815}" type="presOf" srcId="{F9635163-93F5-47C7-9BC6-2A8EFBFCE551}" destId="{CCC8782C-F562-4373-9DB5-97DB64E647D4}" srcOrd="0" destOrd="0" presId="urn:microsoft.com/office/officeart/2005/8/layout/process1"/>
    <dgm:cxn modelId="{AD162C40-1E0C-4A7A-A1E7-8741812431F8}" type="presOf" srcId="{446134CC-4258-486B-8DB9-E863FDD972CE}" destId="{D82C7ECB-67CF-470B-A8BC-49BA2FC174A7}" srcOrd="1" destOrd="0" presId="urn:microsoft.com/office/officeart/2005/8/layout/process1"/>
    <dgm:cxn modelId="{31F50A5F-9946-4576-9C4C-5D4A7C4A7034}" type="presOf" srcId="{E8FACBB6-75C7-4AAC-ACF5-0A10DA9CF773}" destId="{7A2B7152-1C5E-44B5-9DA2-79B9FF33A52F}" srcOrd="0" destOrd="0" presId="urn:microsoft.com/office/officeart/2005/8/layout/process1"/>
    <dgm:cxn modelId="{6710AC56-88EA-4C97-ABD5-C9651A75E891}" type="presOf" srcId="{C13601C6-F14A-4083-95E1-1070E9738BF3}" destId="{624EA53D-8CFD-4629-A7C0-CEA1DCB23BAD}" srcOrd="0" destOrd="0" presId="urn:microsoft.com/office/officeart/2005/8/layout/process1"/>
    <dgm:cxn modelId="{F8E3BB7D-A28A-4C88-9409-430003A542BE}" srcId="{C13601C6-F14A-4083-95E1-1070E9738BF3}" destId="{54519080-1208-41AC-B014-40A14A04EA7F}" srcOrd="2" destOrd="0" parTransId="{70DAA01B-CFA8-440A-8149-A9FFEF3FE24D}" sibTransId="{FC8C0CCB-6705-4563-9E0D-B5111FF44097}"/>
    <dgm:cxn modelId="{3638F388-08A7-4BB8-BD4E-822008D2D2CD}" type="presOf" srcId="{37119DE6-6B3E-467D-AE4F-91ABAC824D0F}" destId="{CB17957C-286E-4463-9BBE-CBEF97B422BD}" srcOrd="0" destOrd="0" presId="urn:microsoft.com/office/officeart/2005/8/layout/process1"/>
    <dgm:cxn modelId="{0A9E0AA5-02B7-48A8-BBE2-C59F4E26B57B}" type="presOf" srcId="{6583C437-53E2-4C1A-94D7-4FE371BA2A13}" destId="{6116D327-8F3F-441C-A5DA-52A65670037F}" srcOrd="0" destOrd="0" presId="urn:microsoft.com/office/officeart/2005/8/layout/process1"/>
    <dgm:cxn modelId="{DD43EABD-FB0C-4B25-8BFC-11BDE6404D1F}" type="presOf" srcId="{F9635163-93F5-47C7-9BC6-2A8EFBFCE551}" destId="{F5E6ADA9-E32E-4337-92B0-1D0175532825}" srcOrd="1" destOrd="0" presId="urn:microsoft.com/office/officeart/2005/8/layout/process1"/>
    <dgm:cxn modelId="{232FE5CF-D395-451B-9B76-ED5EAA30FA2B}" srcId="{C13601C6-F14A-4083-95E1-1070E9738BF3}" destId="{E8FACBB6-75C7-4AAC-ACF5-0A10DA9CF773}" srcOrd="3" destOrd="0" parTransId="{D1C5100F-43A0-4667-84A6-63B26B9B8F91}" sibTransId="{446134CC-4258-486B-8DB9-E863FDD972CE}"/>
    <dgm:cxn modelId="{EAFDEEE6-FEB2-436A-BB92-1CFC4E67A35F}" srcId="{C13601C6-F14A-4083-95E1-1070E9738BF3}" destId="{82A7F8CC-7107-4109-818A-A0178E11AE7D}" srcOrd="4" destOrd="0" parTransId="{7E4589D9-2A89-414C-9788-8CBC794E707B}" sibTransId="{94C8B44D-F91B-4976-952E-9A3B384623C4}"/>
    <dgm:cxn modelId="{41A593E8-DA69-47A2-804B-2221EA309394}" srcId="{C13601C6-F14A-4083-95E1-1070E9738BF3}" destId="{37119DE6-6B3E-467D-AE4F-91ABAC824D0F}" srcOrd="0" destOrd="0" parTransId="{06B368D9-23EF-47B3-894C-6B51CB58C90C}" sibTransId="{E079766D-F5FC-4361-97D7-AB31699DD232}"/>
    <dgm:cxn modelId="{96EA74F4-C5D9-4DF0-B68F-0396491EA31E}" type="presOf" srcId="{E079766D-F5FC-4361-97D7-AB31699DD232}" destId="{89942B71-7191-48C9-8BB0-A43F1093D3E5}" srcOrd="1" destOrd="0" presId="urn:microsoft.com/office/officeart/2005/8/layout/process1"/>
    <dgm:cxn modelId="{E578A6FD-CC0F-431F-BF09-0B04F7108826}" type="presOf" srcId="{FC8C0CCB-6705-4563-9E0D-B5111FF44097}" destId="{B198181A-9013-428D-92A2-1ACB37940B73}" srcOrd="1" destOrd="0" presId="urn:microsoft.com/office/officeart/2005/8/layout/process1"/>
    <dgm:cxn modelId="{64AA0246-4DB2-4698-BB55-C4E391178AC4}" type="presParOf" srcId="{624EA53D-8CFD-4629-A7C0-CEA1DCB23BAD}" destId="{CB17957C-286E-4463-9BBE-CBEF97B422BD}" srcOrd="0" destOrd="0" presId="urn:microsoft.com/office/officeart/2005/8/layout/process1"/>
    <dgm:cxn modelId="{E17436DA-D04A-4B31-818E-3752D48E3CEF}" type="presParOf" srcId="{624EA53D-8CFD-4629-A7C0-CEA1DCB23BAD}" destId="{0C37E19F-CC24-4D3E-B5AE-F195B366555F}" srcOrd="1" destOrd="0" presId="urn:microsoft.com/office/officeart/2005/8/layout/process1"/>
    <dgm:cxn modelId="{A7535581-32B7-4D6A-8370-46737C862F18}" type="presParOf" srcId="{0C37E19F-CC24-4D3E-B5AE-F195B366555F}" destId="{89942B71-7191-48C9-8BB0-A43F1093D3E5}" srcOrd="0" destOrd="0" presId="urn:microsoft.com/office/officeart/2005/8/layout/process1"/>
    <dgm:cxn modelId="{F6D38BFD-BB9F-4C31-918F-8B9C54444E25}" type="presParOf" srcId="{624EA53D-8CFD-4629-A7C0-CEA1DCB23BAD}" destId="{6116D327-8F3F-441C-A5DA-52A65670037F}" srcOrd="2" destOrd="0" presId="urn:microsoft.com/office/officeart/2005/8/layout/process1"/>
    <dgm:cxn modelId="{8C4E291D-F6E0-4583-9832-84F20A20BE91}" type="presParOf" srcId="{624EA53D-8CFD-4629-A7C0-CEA1DCB23BAD}" destId="{CCC8782C-F562-4373-9DB5-97DB64E647D4}" srcOrd="3" destOrd="0" presId="urn:microsoft.com/office/officeart/2005/8/layout/process1"/>
    <dgm:cxn modelId="{0CC881B3-2BD9-424B-9A16-2E53585803FC}" type="presParOf" srcId="{CCC8782C-F562-4373-9DB5-97DB64E647D4}" destId="{F5E6ADA9-E32E-4337-92B0-1D0175532825}" srcOrd="0" destOrd="0" presId="urn:microsoft.com/office/officeart/2005/8/layout/process1"/>
    <dgm:cxn modelId="{BF95F424-B8FB-4719-9B9B-CC3A4D85F871}" type="presParOf" srcId="{624EA53D-8CFD-4629-A7C0-CEA1DCB23BAD}" destId="{7E7387A5-F94A-47EA-BDE4-EE1632777E95}" srcOrd="4" destOrd="0" presId="urn:microsoft.com/office/officeart/2005/8/layout/process1"/>
    <dgm:cxn modelId="{DDDD5122-DB26-48F3-80DC-6DBE9716ACB1}" type="presParOf" srcId="{624EA53D-8CFD-4629-A7C0-CEA1DCB23BAD}" destId="{B049BF72-C36E-4D37-900F-1F57822F8F98}" srcOrd="5" destOrd="0" presId="urn:microsoft.com/office/officeart/2005/8/layout/process1"/>
    <dgm:cxn modelId="{C55A0ECF-B5F3-4615-AC56-1E880760268A}" type="presParOf" srcId="{B049BF72-C36E-4D37-900F-1F57822F8F98}" destId="{B198181A-9013-428D-92A2-1ACB37940B73}" srcOrd="0" destOrd="0" presId="urn:microsoft.com/office/officeart/2005/8/layout/process1"/>
    <dgm:cxn modelId="{940D1282-11B1-4DF5-8B19-6C29630EF9E9}" type="presParOf" srcId="{624EA53D-8CFD-4629-A7C0-CEA1DCB23BAD}" destId="{7A2B7152-1C5E-44B5-9DA2-79B9FF33A52F}" srcOrd="6" destOrd="0" presId="urn:microsoft.com/office/officeart/2005/8/layout/process1"/>
    <dgm:cxn modelId="{67E4C302-D132-4D7D-954C-D608DDB82FC5}" type="presParOf" srcId="{624EA53D-8CFD-4629-A7C0-CEA1DCB23BAD}" destId="{50D9B6BD-34E7-4C39-A0A6-CE205136337F}" srcOrd="7" destOrd="0" presId="urn:microsoft.com/office/officeart/2005/8/layout/process1"/>
    <dgm:cxn modelId="{E1C8B726-1A87-4461-8299-143D65B4F2C0}" type="presParOf" srcId="{50D9B6BD-34E7-4C39-A0A6-CE205136337F}" destId="{D82C7ECB-67CF-470B-A8BC-49BA2FC174A7}" srcOrd="0" destOrd="0" presId="urn:microsoft.com/office/officeart/2005/8/layout/process1"/>
    <dgm:cxn modelId="{7D08D54D-FF18-4CDE-A72C-77433876FDE6}" type="presParOf" srcId="{624EA53D-8CFD-4629-A7C0-CEA1DCB23BAD}" destId="{8C4BABA6-BA43-4281-B175-DBC34ABA3EF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3601C6-F14A-4083-95E1-1070E9738BF3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Hans-MO" altLang="en-US"/>
        </a:p>
      </dgm:t>
    </dgm:pt>
    <dgm:pt modelId="{37119DE6-6B3E-467D-AE4F-91ABAC824D0F}">
      <dgm:prSet phldrT="[文本]" phldr="0" custT="1"/>
      <dgm:spPr/>
      <dgm:t>
        <a:bodyPr/>
        <a:lstStyle/>
        <a:p>
          <a:r>
            <a:rPr lang="en-US" altLang="zh-Hans-MO" sz="2000" dirty="0"/>
            <a:t>Source Code (.</a:t>
          </a:r>
          <a:r>
            <a:rPr lang="en-US" altLang="zh-Hans-MO" sz="2000" dirty="0" err="1"/>
            <a:t>rs</a:t>
          </a:r>
          <a:r>
            <a:rPr lang="en-US" altLang="zh-Hans-MO" sz="2000" dirty="0"/>
            <a:t>)</a:t>
          </a:r>
          <a:endParaRPr lang="zh-Hans-MO" altLang="en-US" sz="2000" dirty="0"/>
        </a:p>
      </dgm:t>
    </dgm:pt>
    <dgm:pt modelId="{06B368D9-23EF-47B3-894C-6B51CB58C90C}" type="par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E079766D-F5FC-4361-97D7-AB31699DD232}" type="sib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6583C437-53E2-4C1A-94D7-4FE371BA2A13}">
      <dgm:prSet phldrT="[文本]" phldr="0" custT="1"/>
      <dgm:spPr/>
      <dgm:t>
        <a:bodyPr/>
        <a:lstStyle/>
        <a:p>
          <a:r>
            <a:rPr lang="en-US" altLang="zh-Hans-MO" sz="2000" dirty="0"/>
            <a:t>HIR</a:t>
          </a:r>
          <a:endParaRPr lang="zh-Hans-MO" altLang="en-US" sz="2000" dirty="0"/>
        </a:p>
      </dgm:t>
    </dgm:pt>
    <dgm:pt modelId="{E26F6872-A2E3-4DDD-87F6-6637A30EE031}" type="par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F9635163-93F5-47C7-9BC6-2A8EFBFCE551}" type="sib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54519080-1208-41AC-B014-40A14A04EA7F}">
      <dgm:prSet phldrT="[文本]" phldr="0" custT="1"/>
      <dgm:spPr/>
      <dgm:t>
        <a:bodyPr/>
        <a:lstStyle/>
        <a:p>
          <a:r>
            <a:rPr lang="en-US" altLang="zh-Hans-MO" sz="2000" b="0" dirty="0"/>
            <a:t>Assembly</a:t>
          </a:r>
          <a:endParaRPr lang="zh-Hans-MO" altLang="en-US" sz="2000" b="0" dirty="0"/>
        </a:p>
      </dgm:t>
    </dgm:pt>
    <dgm:pt modelId="{70DAA01B-CFA8-440A-8149-A9FFEF3FE24D}" type="parTrans" cxnId="{F8E3BB7D-A28A-4C88-9409-430003A542BE}">
      <dgm:prSet/>
      <dgm:spPr/>
      <dgm:t>
        <a:bodyPr/>
        <a:lstStyle/>
        <a:p>
          <a:endParaRPr lang="zh-Hans-MO" altLang="en-US"/>
        </a:p>
      </dgm:t>
    </dgm:pt>
    <dgm:pt modelId="{FC8C0CCB-6705-4563-9E0D-B5111FF44097}" type="sibTrans" cxnId="{F8E3BB7D-A28A-4C88-9409-430003A542BE}">
      <dgm:prSet/>
      <dgm:spPr/>
      <dgm:t>
        <a:bodyPr/>
        <a:lstStyle/>
        <a:p>
          <a:endParaRPr lang="zh-Hans-MO" altLang="en-US"/>
        </a:p>
      </dgm:t>
    </dgm:pt>
    <dgm:pt modelId="{E8FACBB6-75C7-4AAC-ACF5-0A10DA9CF773}">
      <dgm:prSet custT="1"/>
      <dgm:spPr/>
      <dgm:t>
        <a:bodyPr/>
        <a:lstStyle/>
        <a:p>
          <a:r>
            <a:rPr lang="en-US" altLang="zh-Hans-MO" sz="2000" dirty="0"/>
            <a:t>Object Code </a:t>
          </a:r>
          <a:endParaRPr lang="zh-Hans-MO" altLang="en-US" sz="2000" dirty="0"/>
        </a:p>
      </dgm:t>
    </dgm:pt>
    <dgm:pt modelId="{D1C5100F-43A0-4667-84A6-63B26B9B8F91}" type="parTrans" cxnId="{232FE5CF-D395-451B-9B76-ED5EAA30FA2B}">
      <dgm:prSet/>
      <dgm:spPr/>
      <dgm:t>
        <a:bodyPr/>
        <a:lstStyle/>
        <a:p>
          <a:endParaRPr lang="zh-Hans-MO" altLang="en-US"/>
        </a:p>
      </dgm:t>
    </dgm:pt>
    <dgm:pt modelId="{446134CC-4258-486B-8DB9-E863FDD972CE}" type="sibTrans" cxnId="{232FE5CF-D395-451B-9B76-ED5EAA30FA2B}">
      <dgm:prSet/>
      <dgm:spPr/>
      <dgm:t>
        <a:bodyPr/>
        <a:lstStyle/>
        <a:p>
          <a:endParaRPr lang="zh-Hans-MO" altLang="en-US"/>
        </a:p>
      </dgm:t>
    </dgm:pt>
    <dgm:pt modelId="{82A7F8CC-7107-4109-818A-A0178E11AE7D}">
      <dgm:prSet custT="1"/>
      <dgm:spPr/>
      <dgm:t>
        <a:bodyPr/>
        <a:lstStyle/>
        <a:p>
          <a:r>
            <a:rPr lang="en-US" altLang="zh-Hans-MO" sz="2000" dirty="0"/>
            <a:t>Machine Code (exe)</a:t>
          </a:r>
          <a:endParaRPr lang="zh-Hans-MO" altLang="en-US" sz="2000" dirty="0"/>
        </a:p>
      </dgm:t>
    </dgm:pt>
    <dgm:pt modelId="{7E4589D9-2A89-414C-9788-8CBC794E707B}" type="parTrans" cxnId="{EAFDEEE6-FEB2-436A-BB92-1CFC4E67A35F}">
      <dgm:prSet/>
      <dgm:spPr/>
      <dgm:t>
        <a:bodyPr/>
        <a:lstStyle/>
        <a:p>
          <a:endParaRPr lang="zh-Hans-MO" altLang="en-US"/>
        </a:p>
      </dgm:t>
    </dgm:pt>
    <dgm:pt modelId="{94C8B44D-F91B-4976-952E-9A3B384623C4}" type="sibTrans" cxnId="{EAFDEEE6-FEB2-436A-BB92-1CFC4E67A35F}">
      <dgm:prSet/>
      <dgm:spPr/>
      <dgm:t>
        <a:bodyPr/>
        <a:lstStyle/>
        <a:p>
          <a:endParaRPr lang="zh-Hans-MO" altLang="en-US"/>
        </a:p>
      </dgm:t>
    </dgm:pt>
    <dgm:pt modelId="{072FDD16-3F20-4816-9F7D-CB23BF09FF12}">
      <dgm:prSet phldrT="[文本]" phldr="0" custT="1"/>
      <dgm:spPr/>
      <dgm:t>
        <a:bodyPr/>
        <a:lstStyle/>
        <a:p>
          <a:r>
            <a:rPr lang="en-US" altLang="zh-Hans-MO" sz="2000" dirty="0"/>
            <a:t>MIR</a:t>
          </a:r>
          <a:endParaRPr lang="zh-Hans-MO" altLang="en-US" sz="2000" dirty="0"/>
        </a:p>
      </dgm:t>
    </dgm:pt>
    <dgm:pt modelId="{2353525A-2A34-40E3-96F2-9E4E0B91072D}" type="parTrans" cxnId="{B96DF706-DBB5-4E1E-B90C-4B36C4C3F7B7}">
      <dgm:prSet/>
      <dgm:spPr/>
      <dgm:t>
        <a:bodyPr/>
        <a:lstStyle/>
        <a:p>
          <a:endParaRPr lang="zh-Hans-MO" altLang="en-US"/>
        </a:p>
      </dgm:t>
    </dgm:pt>
    <dgm:pt modelId="{D2B05FA4-6CA7-45C4-B946-C9D3CD78DBD0}" type="sibTrans" cxnId="{B96DF706-DBB5-4E1E-B90C-4B36C4C3F7B7}">
      <dgm:prSet/>
      <dgm:spPr/>
      <dgm:t>
        <a:bodyPr/>
        <a:lstStyle/>
        <a:p>
          <a:endParaRPr lang="zh-Hans-MO" altLang="en-US"/>
        </a:p>
      </dgm:t>
    </dgm:pt>
    <dgm:pt modelId="{6576DE7C-7572-4902-9A24-1CCD727C89DC}">
      <dgm:prSet phldrT="[文本]" phldr="0" custT="1"/>
      <dgm:spPr/>
      <dgm:t>
        <a:bodyPr/>
        <a:lstStyle/>
        <a:p>
          <a:r>
            <a:rPr lang="en-US" altLang="zh-Hans-MO" sz="2000" dirty="0"/>
            <a:t>Process to</a:t>
          </a:r>
          <a:endParaRPr lang="zh-Hans-MO" altLang="en-US" sz="2000" dirty="0"/>
        </a:p>
      </dgm:t>
    </dgm:pt>
    <dgm:pt modelId="{484D08EF-AA85-473E-83BC-0821081FBE1E}" type="parTrans" cxnId="{DEEF815F-9882-4337-B467-33567F1B4A71}">
      <dgm:prSet/>
      <dgm:spPr/>
      <dgm:t>
        <a:bodyPr/>
        <a:lstStyle/>
        <a:p>
          <a:endParaRPr lang="zh-Hans-MO" altLang="en-US"/>
        </a:p>
      </dgm:t>
    </dgm:pt>
    <dgm:pt modelId="{43C80E03-3E9E-4600-BDEA-5F76210E90E4}" type="sibTrans" cxnId="{DEEF815F-9882-4337-B467-33567F1B4A71}">
      <dgm:prSet/>
      <dgm:spPr/>
      <dgm:t>
        <a:bodyPr/>
        <a:lstStyle/>
        <a:p>
          <a:endParaRPr lang="zh-Hans-MO" altLang="en-US"/>
        </a:p>
      </dgm:t>
    </dgm:pt>
    <dgm:pt modelId="{6D3BAAB4-7EE9-42A2-8D1C-C7C4EA5A3B53}">
      <dgm:prSet phldrT="[文本]" phldr="0" custT="1"/>
      <dgm:spPr/>
      <dgm:t>
        <a:bodyPr/>
        <a:lstStyle/>
        <a:p>
          <a:r>
            <a:rPr lang="en-US" altLang="zh-Hans-MO" sz="2000" dirty="0"/>
            <a:t>LLVM </a:t>
          </a:r>
          <a:r>
            <a:rPr lang="en-US" altLang="zh-CN" sz="2000" dirty="0"/>
            <a:t>IR</a:t>
          </a:r>
          <a:endParaRPr lang="zh-Hans-MO" altLang="en-US" sz="2000" dirty="0"/>
        </a:p>
      </dgm:t>
    </dgm:pt>
    <dgm:pt modelId="{609EACCC-76A3-4F80-87D6-A803018A45C7}" type="parTrans" cxnId="{A337B856-32A4-4894-AF00-D4CDC26499DE}">
      <dgm:prSet/>
      <dgm:spPr/>
      <dgm:t>
        <a:bodyPr/>
        <a:lstStyle/>
        <a:p>
          <a:endParaRPr lang="zh-Hans-MO" altLang="en-US"/>
        </a:p>
      </dgm:t>
    </dgm:pt>
    <dgm:pt modelId="{BFF390CB-0A6B-43CE-AA75-34AD236CBA4E}" type="sibTrans" cxnId="{A337B856-32A4-4894-AF00-D4CDC26499DE}">
      <dgm:prSet/>
      <dgm:spPr/>
      <dgm:t>
        <a:bodyPr/>
        <a:lstStyle/>
        <a:p>
          <a:endParaRPr lang="zh-Hans-MO" altLang="en-US"/>
        </a:p>
      </dgm:t>
    </dgm:pt>
    <dgm:pt modelId="{624EA53D-8CFD-4629-A7C0-CEA1DCB23BAD}" type="pres">
      <dgm:prSet presAssocID="{C13601C6-F14A-4083-95E1-1070E9738BF3}" presName="Name0" presStyleCnt="0">
        <dgm:presLayoutVars>
          <dgm:dir/>
          <dgm:resizeHandles val="exact"/>
        </dgm:presLayoutVars>
      </dgm:prSet>
      <dgm:spPr/>
    </dgm:pt>
    <dgm:pt modelId="{CB17957C-286E-4463-9BBE-CBEF97B422BD}" type="pres">
      <dgm:prSet presAssocID="{37119DE6-6B3E-467D-AE4F-91ABAC824D0F}" presName="node" presStyleLbl="node1" presStyleIdx="0" presStyleCnt="5">
        <dgm:presLayoutVars>
          <dgm:bulletEnabled val="1"/>
        </dgm:presLayoutVars>
      </dgm:prSet>
      <dgm:spPr/>
    </dgm:pt>
    <dgm:pt modelId="{0C37E19F-CC24-4D3E-B5AE-F195B366555F}" type="pres">
      <dgm:prSet presAssocID="{E079766D-F5FC-4361-97D7-AB31699DD232}" presName="sibTrans" presStyleLbl="sibTrans2D1" presStyleIdx="0" presStyleCnt="4"/>
      <dgm:spPr/>
    </dgm:pt>
    <dgm:pt modelId="{89942B71-7191-48C9-8BB0-A43F1093D3E5}" type="pres">
      <dgm:prSet presAssocID="{E079766D-F5FC-4361-97D7-AB31699DD232}" presName="connectorText" presStyleLbl="sibTrans2D1" presStyleIdx="0" presStyleCnt="4"/>
      <dgm:spPr/>
    </dgm:pt>
    <dgm:pt modelId="{8B44984E-384D-4351-AE9E-0D2CE6CD9BD5}" type="pres">
      <dgm:prSet presAssocID="{6576DE7C-7572-4902-9A24-1CCD727C89DC}" presName="node" presStyleLbl="node1" presStyleIdx="1" presStyleCnt="5" custScaleX="107554">
        <dgm:presLayoutVars>
          <dgm:bulletEnabled val="1"/>
        </dgm:presLayoutVars>
      </dgm:prSet>
      <dgm:spPr/>
    </dgm:pt>
    <dgm:pt modelId="{5C18F685-251C-46E9-824D-A5A7EBF41563}" type="pres">
      <dgm:prSet presAssocID="{43C80E03-3E9E-4600-BDEA-5F76210E90E4}" presName="sibTrans" presStyleLbl="sibTrans2D1" presStyleIdx="1" presStyleCnt="4"/>
      <dgm:spPr/>
    </dgm:pt>
    <dgm:pt modelId="{325EC76D-5864-41D6-8A68-1B35643C5223}" type="pres">
      <dgm:prSet presAssocID="{43C80E03-3E9E-4600-BDEA-5F76210E90E4}" presName="connectorText" presStyleLbl="sibTrans2D1" presStyleIdx="1" presStyleCnt="4"/>
      <dgm:spPr/>
    </dgm:pt>
    <dgm:pt modelId="{7E7387A5-F94A-47EA-BDE4-EE1632777E95}" type="pres">
      <dgm:prSet presAssocID="{54519080-1208-41AC-B014-40A14A04EA7F}" presName="node" presStyleLbl="node1" presStyleIdx="2" presStyleCnt="5">
        <dgm:presLayoutVars>
          <dgm:bulletEnabled val="1"/>
        </dgm:presLayoutVars>
      </dgm:prSet>
      <dgm:spPr/>
    </dgm:pt>
    <dgm:pt modelId="{B049BF72-C36E-4D37-900F-1F57822F8F98}" type="pres">
      <dgm:prSet presAssocID="{FC8C0CCB-6705-4563-9E0D-B5111FF44097}" presName="sibTrans" presStyleLbl="sibTrans2D1" presStyleIdx="2" presStyleCnt="4"/>
      <dgm:spPr/>
    </dgm:pt>
    <dgm:pt modelId="{B198181A-9013-428D-92A2-1ACB37940B73}" type="pres">
      <dgm:prSet presAssocID="{FC8C0CCB-6705-4563-9E0D-B5111FF44097}" presName="connectorText" presStyleLbl="sibTrans2D1" presStyleIdx="2" presStyleCnt="4"/>
      <dgm:spPr/>
    </dgm:pt>
    <dgm:pt modelId="{7A2B7152-1C5E-44B5-9DA2-79B9FF33A52F}" type="pres">
      <dgm:prSet presAssocID="{E8FACBB6-75C7-4AAC-ACF5-0A10DA9CF773}" presName="node" presStyleLbl="node1" presStyleIdx="3" presStyleCnt="5">
        <dgm:presLayoutVars>
          <dgm:bulletEnabled val="1"/>
        </dgm:presLayoutVars>
      </dgm:prSet>
      <dgm:spPr/>
    </dgm:pt>
    <dgm:pt modelId="{50D9B6BD-34E7-4C39-A0A6-CE205136337F}" type="pres">
      <dgm:prSet presAssocID="{446134CC-4258-486B-8DB9-E863FDD972CE}" presName="sibTrans" presStyleLbl="sibTrans2D1" presStyleIdx="3" presStyleCnt="4"/>
      <dgm:spPr/>
    </dgm:pt>
    <dgm:pt modelId="{D82C7ECB-67CF-470B-A8BC-49BA2FC174A7}" type="pres">
      <dgm:prSet presAssocID="{446134CC-4258-486B-8DB9-E863FDD972CE}" presName="connectorText" presStyleLbl="sibTrans2D1" presStyleIdx="3" presStyleCnt="4"/>
      <dgm:spPr/>
    </dgm:pt>
    <dgm:pt modelId="{8C4BABA6-BA43-4281-B175-DBC34ABA3EF9}" type="pres">
      <dgm:prSet presAssocID="{82A7F8CC-7107-4109-818A-A0178E11AE7D}" presName="node" presStyleLbl="node1" presStyleIdx="4" presStyleCnt="5">
        <dgm:presLayoutVars>
          <dgm:bulletEnabled val="1"/>
        </dgm:presLayoutVars>
      </dgm:prSet>
      <dgm:spPr/>
    </dgm:pt>
  </dgm:ptLst>
  <dgm:cxnLst>
    <dgm:cxn modelId="{B96DF706-DBB5-4E1E-B90C-4B36C4C3F7B7}" srcId="{6576DE7C-7572-4902-9A24-1CCD727C89DC}" destId="{072FDD16-3F20-4816-9F7D-CB23BF09FF12}" srcOrd="1" destOrd="0" parTransId="{2353525A-2A34-40E3-96F2-9E4E0B91072D}" sibTransId="{D2B05FA4-6CA7-45C4-B946-C9D3CD78DBD0}"/>
    <dgm:cxn modelId="{5F3D2220-587D-4BB5-8E63-15BE3EE6ADA6}" type="presOf" srcId="{54519080-1208-41AC-B014-40A14A04EA7F}" destId="{7E7387A5-F94A-47EA-BDE4-EE1632777E95}" srcOrd="0" destOrd="0" presId="urn:microsoft.com/office/officeart/2005/8/layout/process1"/>
    <dgm:cxn modelId="{BDA3B420-3972-4260-9095-750EF4347F30}" type="presOf" srcId="{FC8C0CCB-6705-4563-9E0D-B5111FF44097}" destId="{B049BF72-C36E-4D37-900F-1F57822F8F98}" srcOrd="0" destOrd="0" presId="urn:microsoft.com/office/officeart/2005/8/layout/process1"/>
    <dgm:cxn modelId="{D9B0C52B-75A5-4D29-B0E4-333504A1C8ED}" srcId="{6576DE7C-7572-4902-9A24-1CCD727C89DC}" destId="{6583C437-53E2-4C1A-94D7-4FE371BA2A13}" srcOrd="0" destOrd="0" parTransId="{E26F6872-A2E3-4DDD-87F6-6637A30EE031}" sibTransId="{F9635163-93F5-47C7-9BC6-2A8EFBFCE551}"/>
    <dgm:cxn modelId="{DEEF815F-9882-4337-B467-33567F1B4A71}" srcId="{C13601C6-F14A-4083-95E1-1070E9738BF3}" destId="{6576DE7C-7572-4902-9A24-1CCD727C89DC}" srcOrd="1" destOrd="0" parTransId="{484D08EF-AA85-473E-83BC-0821081FBE1E}" sibTransId="{43C80E03-3E9E-4600-BDEA-5F76210E90E4}"/>
    <dgm:cxn modelId="{4F25E469-D2E8-49D1-922B-6B9B76E5E956}" type="presOf" srcId="{82A7F8CC-7107-4109-818A-A0178E11AE7D}" destId="{8C4BABA6-BA43-4281-B175-DBC34ABA3EF9}" srcOrd="0" destOrd="0" presId="urn:microsoft.com/office/officeart/2005/8/layout/process1"/>
    <dgm:cxn modelId="{3241BF55-4EB1-4E4B-9873-773BCA8572B2}" type="presOf" srcId="{43C80E03-3E9E-4600-BDEA-5F76210E90E4}" destId="{5C18F685-251C-46E9-824D-A5A7EBF41563}" srcOrd="0" destOrd="0" presId="urn:microsoft.com/office/officeart/2005/8/layout/process1"/>
    <dgm:cxn modelId="{6710AC56-88EA-4C97-ABD5-C9651A75E891}" type="presOf" srcId="{C13601C6-F14A-4083-95E1-1070E9738BF3}" destId="{624EA53D-8CFD-4629-A7C0-CEA1DCB23BAD}" srcOrd="0" destOrd="0" presId="urn:microsoft.com/office/officeart/2005/8/layout/process1"/>
    <dgm:cxn modelId="{A337B856-32A4-4894-AF00-D4CDC26499DE}" srcId="{6576DE7C-7572-4902-9A24-1CCD727C89DC}" destId="{6D3BAAB4-7EE9-42A2-8D1C-C7C4EA5A3B53}" srcOrd="2" destOrd="0" parTransId="{609EACCC-76A3-4F80-87D6-A803018A45C7}" sibTransId="{BFF390CB-0A6B-43CE-AA75-34AD236CBA4E}"/>
    <dgm:cxn modelId="{CAC2EC59-375D-4806-AC79-706EA4ED0607}" type="presOf" srcId="{FC8C0CCB-6705-4563-9E0D-B5111FF44097}" destId="{B198181A-9013-428D-92A2-1ACB37940B73}" srcOrd="1" destOrd="0" presId="urn:microsoft.com/office/officeart/2005/8/layout/process1"/>
    <dgm:cxn modelId="{F8E3BB7D-A28A-4C88-9409-430003A542BE}" srcId="{C13601C6-F14A-4083-95E1-1070E9738BF3}" destId="{54519080-1208-41AC-B014-40A14A04EA7F}" srcOrd="2" destOrd="0" parTransId="{70DAA01B-CFA8-440A-8149-A9FFEF3FE24D}" sibTransId="{FC8C0CCB-6705-4563-9E0D-B5111FF44097}"/>
    <dgm:cxn modelId="{FBC2BA83-77F6-42BC-AF87-9D29FDA2F7B3}" type="presOf" srcId="{43C80E03-3E9E-4600-BDEA-5F76210E90E4}" destId="{325EC76D-5864-41D6-8A68-1B35643C5223}" srcOrd="1" destOrd="0" presId="urn:microsoft.com/office/officeart/2005/8/layout/process1"/>
    <dgm:cxn modelId="{8D9AD084-55F6-42C8-9C57-9A15D14FAF09}" type="presOf" srcId="{446134CC-4258-486B-8DB9-E863FDD972CE}" destId="{50D9B6BD-34E7-4C39-A0A6-CE205136337F}" srcOrd="0" destOrd="0" presId="urn:microsoft.com/office/officeart/2005/8/layout/process1"/>
    <dgm:cxn modelId="{30C93687-6BD5-4B7D-BA60-B0E4EB90C3A9}" type="presOf" srcId="{37119DE6-6B3E-467D-AE4F-91ABAC824D0F}" destId="{CB17957C-286E-4463-9BBE-CBEF97B422BD}" srcOrd="0" destOrd="0" presId="urn:microsoft.com/office/officeart/2005/8/layout/process1"/>
    <dgm:cxn modelId="{0A04A688-0CC1-4E76-B09B-CA0C3359C9CE}" type="presOf" srcId="{6D3BAAB4-7EE9-42A2-8D1C-C7C4EA5A3B53}" destId="{8B44984E-384D-4351-AE9E-0D2CE6CD9BD5}" srcOrd="0" destOrd="3" presId="urn:microsoft.com/office/officeart/2005/8/layout/process1"/>
    <dgm:cxn modelId="{2FE39789-6D96-4C66-B461-6A78C490369D}" type="presOf" srcId="{6583C437-53E2-4C1A-94D7-4FE371BA2A13}" destId="{8B44984E-384D-4351-AE9E-0D2CE6CD9BD5}" srcOrd="0" destOrd="1" presId="urn:microsoft.com/office/officeart/2005/8/layout/process1"/>
    <dgm:cxn modelId="{9585E6AA-36CC-4E29-87E3-6694D52E57F0}" type="presOf" srcId="{E079766D-F5FC-4361-97D7-AB31699DD232}" destId="{0C37E19F-CC24-4D3E-B5AE-F195B366555F}" srcOrd="0" destOrd="0" presId="urn:microsoft.com/office/officeart/2005/8/layout/process1"/>
    <dgm:cxn modelId="{337AECB8-6311-4CC8-836F-BBEA9B8AB9F9}" type="presOf" srcId="{446134CC-4258-486B-8DB9-E863FDD972CE}" destId="{D82C7ECB-67CF-470B-A8BC-49BA2FC174A7}" srcOrd="1" destOrd="0" presId="urn:microsoft.com/office/officeart/2005/8/layout/process1"/>
    <dgm:cxn modelId="{5FFE17CF-E1F1-48A1-8F20-28225A8B64A8}" type="presOf" srcId="{E079766D-F5FC-4361-97D7-AB31699DD232}" destId="{89942B71-7191-48C9-8BB0-A43F1093D3E5}" srcOrd="1" destOrd="0" presId="urn:microsoft.com/office/officeart/2005/8/layout/process1"/>
    <dgm:cxn modelId="{232FE5CF-D395-451B-9B76-ED5EAA30FA2B}" srcId="{C13601C6-F14A-4083-95E1-1070E9738BF3}" destId="{E8FACBB6-75C7-4AAC-ACF5-0A10DA9CF773}" srcOrd="3" destOrd="0" parTransId="{D1C5100F-43A0-4667-84A6-63B26B9B8F91}" sibTransId="{446134CC-4258-486B-8DB9-E863FDD972CE}"/>
    <dgm:cxn modelId="{DFF780D1-2DD9-4025-9C16-BBF76D60CDA0}" type="presOf" srcId="{6576DE7C-7572-4902-9A24-1CCD727C89DC}" destId="{8B44984E-384D-4351-AE9E-0D2CE6CD9BD5}" srcOrd="0" destOrd="0" presId="urn:microsoft.com/office/officeart/2005/8/layout/process1"/>
    <dgm:cxn modelId="{EA3E4BDC-8580-4657-99C9-7C2594E913F2}" type="presOf" srcId="{E8FACBB6-75C7-4AAC-ACF5-0A10DA9CF773}" destId="{7A2B7152-1C5E-44B5-9DA2-79B9FF33A52F}" srcOrd="0" destOrd="0" presId="urn:microsoft.com/office/officeart/2005/8/layout/process1"/>
    <dgm:cxn modelId="{69286FE6-F3AA-4A4E-978A-73D30953B7D9}" type="presOf" srcId="{072FDD16-3F20-4816-9F7D-CB23BF09FF12}" destId="{8B44984E-384D-4351-AE9E-0D2CE6CD9BD5}" srcOrd="0" destOrd="2" presId="urn:microsoft.com/office/officeart/2005/8/layout/process1"/>
    <dgm:cxn modelId="{EAFDEEE6-FEB2-436A-BB92-1CFC4E67A35F}" srcId="{C13601C6-F14A-4083-95E1-1070E9738BF3}" destId="{82A7F8CC-7107-4109-818A-A0178E11AE7D}" srcOrd="4" destOrd="0" parTransId="{7E4589D9-2A89-414C-9788-8CBC794E707B}" sibTransId="{94C8B44D-F91B-4976-952E-9A3B384623C4}"/>
    <dgm:cxn modelId="{41A593E8-DA69-47A2-804B-2221EA309394}" srcId="{C13601C6-F14A-4083-95E1-1070E9738BF3}" destId="{37119DE6-6B3E-467D-AE4F-91ABAC824D0F}" srcOrd="0" destOrd="0" parTransId="{06B368D9-23EF-47B3-894C-6B51CB58C90C}" sibTransId="{E079766D-F5FC-4361-97D7-AB31699DD232}"/>
    <dgm:cxn modelId="{F729014E-6447-46AA-B46E-2C28A19EB765}" type="presParOf" srcId="{624EA53D-8CFD-4629-A7C0-CEA1DCB23BAD}" destId="{CB17957C-286E-4463-9BBE-CBEF97B422BD}" srcOrd="0" destOrd="0" presId="urn:microsoft.com/office/officeart/2005/8/layout/process1"/>
    <dgm:cxn modelId="{C4E3500D-B533-4C34-8DD4-702933E4448B}" type="presParOf" srcId="{624EA53D-8CFD-4629-A7C0-CEA1DCB23BAD}" destId="{0C37E19F-CC24-4D3E-B5AE-F195B366555F}" srcOrd="1" destOrd="0" presId="urn:microsoft.com/office/officeart/2005/8/layout/process1"/>
    <dgm:cxn modelId="{D9E81007-B081-43C2-8D38-6C377810BACD}" type="presParOf" srcId="{0C37E19F-CC24-4D3E-B5AE-F195B366555F}" destId="{89942B71-7191-48C9-8BB0-A43F1093D3E5}" srcOrd="0" destOrd="0" presId="urn:microsoft.com/office/officeart/2005/8/layout/process1"/>
    <dgm:cxn modelId="{63187912-CAEA-4630-A995-D9B4286A47F7}" type="presParOf" srcId="{624EA53D-8CFD-4629-A7C0-CEA1DCB23BAD}" destId="{8B44984E-384D-4351-AE9E-0D2CE6CD9BD5}" srcOrd="2" destOrd="0" presId="urn:microsoft.com/office/officeart/2005/8/layout/process1"/>
    <dgm:cxn modelId="{84100E47-A8BD-49CE-8C02-9AA3BAF83C29}" type="presParOf" srcId="{624EA53D-8CFD-4629-A7C0-CEA1DCB23BAD}" destId="{5C18F685-251C-46E9-824D-A5A7EBF41563}" srcOrd="3" destOrd="0" presId="urn:microsoft.com/office/officeart/2005/8/layout/process1"/>
    <dgm:cxn modelId="{17A137AF-B823-487D-A35C-26B4B2904CE3}" type="presParOf" srcId="{5C18F685-251C-46E9-824D-A5A7EBF41563}" destId="{325EC76D-5864-41D6-8A68-1B35643C5223}" srcOrd="0" destOrd="0" presId="urn:microsoft.com/office/officeart/2005/8/layout/process1"/>
    <dgm:cxn modelId="{AF701DC8-017A-42A6-9A37-9B8580D0C25E}" type="presParOf" srcId="{624EA53D-8CFD-4629-A7C0-CEA1DCB23BAD}" destId="{7E7387A5-F94A-47EA-BDE4-EE1632777E95}" srcOrd="4" destOrd="0" presId="urn:microsoft.com/office/officeart/2005/8/layout/process1"/>
    <dgm:cxn modelId="{8A3E5B6E-B6FF-49DB-B750-C716F569BD3E}" type="presParOf" srcId="{624EA53D-8CFD-4629-A7C0-CEA1DCB23BAD}" destId="{B049BF72-C36E-4D37-900F-1F57822F8F98}" srcOrd="5" destOrd="0" presId="urn:microsoft.com/office/officeart/2005/8/layout/process1"/>
    <dgm:cxn modelId="{22A6FCDC-30E8-4366-ADF9-50B2C83E66BB}" type="presParOf" srcId="{B049BF72-C36E-4D37-900F-1F57822F8F98}" destId="{B198181A-9013-428D-92A2-1ACB37940B73}" srcOrd="0" destOrd="0" presId="urn:microsoft.com/office/officeart/2005/8/layout/process1"/>
    <dgm:cxn modelId="{7D223F3E-8376-41FD-9428-447D678938F8}" type="presParOf" srcId="{624EA53D-8CFD-4629-A7C0-CEA1DCB23BAD}" destId="{7A2B7152-1C5E-44B5-9DA2-79B9FF33A52F}" srcOrd="6" destOrd="0" presId="urn:microsoft.com/office/officeart/2005/8/layout/process1"/>
    <dgm:cxn modelId="{56291A52-B72A-478B-ADF0-35EC62A0AA38}" type="presParOf" srcId="{624EA53D-8CFD-4629-A7C0-CEA1DCB23BAD}" destId="{50D9B6BD-34E7-4C39-A0A6-CE205136337F}" srcOrd="7" destOrd="0" presId="urn:microsoft.com/office/officeart/2005/8/layout/process1"/>
    <dgm:cxn modelId="{8A4C0F8E-C76B-435B-A23A-5FDE073E1151}" type="presParOf" srcId="{50D9B6BD-34E7-4C39-A0A6-CE205136337F}" destId="{D82C7ECB-67CF-470B-A8BC-49BA2FC174A7}" srcOrd="0" destOrd="0" presId="urn:microsoft.com/office/officeart/2005/8/layout/process1"/>
    <dgm:cxn modelId="{426E95E8-3CA5-4579-91C5-54CEFF3C132A}" type="presParOf" srcId="{624EA53D-8CFD-4629-A7C0-CEA1DCB23BAD}" destId="{8C4BABA6-BA43-4281-B175-DBC34ABA3EF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3601C6-F14A-4083-95E1-1070E9738BF3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Hans-MO" altLang="en-US"/>
        </a:p>
      </dgm:t>
    </dgm:pt>
    <dgm:pt modelId="{37119DE6-6B3E-467D-AE4F-91ABAC824D0F}">
      <dgm:prSet phldrT="[文本]" phldr="0" custT="1"/>
      <dgm:spPr/>
      <dgm:t>
        <a:bodyPr/>
        <a:lstStyle/>
        <a:p>
          <a:r>
            <a:rPr lang="en-US" altLang="zh-Hans-MO" sz="2000" dirty="0"/>
            <a:t>Source Code (.</a:t>
          </a:r>
          <a:r>
            <a:rPr lang="en-US" altLang="zh-Hans-MO" sz="2000" dirty="0" err="1"/>
            <a:t>rs</a:t>
          </a:r>
          <a:r>
            <a:rPr lang="en-US" altLang="zh-Hans-MO" sz="2000" dirty="0"/>
            <a:t>)</a:t>
          </a:r>
          <a:endParaRPr lang="zh-Hans-MO" altLang="en-US" sz="2000" dirty="0"/>
        </a:p>
      </dgm:t>
    </dgm:pt>
    <dgm:pt modelId="{06B368D9-23EF-47B3-894C-6B51CB58C90C}" type="par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E079766D-F5FC-4361-97D7-AB31699DD232}" type="sib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6583C437-53E2-4C1A-94D7-4FE371BA2A13}">
      <dgm:prSet phldrT="[文本]" phldr="0" custT="1"/>
      <dgm:spPr/>
      <dgm:t>
        <a:bodyPr/>
        <a:lstStyle/>
        <a:p>
          <a:r>
            <a:rPr lang="en-US" altLang="zh-Hans-MO" sz="2000" dirty="0"/>
            <a:t>HIR</a:t>
          </a:r>
          <a:endParaRPr lang="zh-Hans-MO" altLang="en-US" sz="2000" dirty="0"/>
        </a:p>
      </dgm:t>
    </dgm:pt>
    <dgm:pt modelId="{E26F6872-A2E3-4DDD-87F6-6637A30EE031}" type="par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F9635163-93F5-47C7-9BC6-2A8EFBFCE551}" type="sib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072FDD16-3F20-4816-9F7D-CB23BF09FF12}">
      <dgm:prSet phldrT="[文本]" phldr="0" custT="1"/>
      <dgm:spPr/>
      <dgm:t>
        <a:bodyPr/>
        <a:lstStyle/>
        <a:p>
          <a:r>
            <a:rPr lang="en-US" altLang="zh-Hans-MO" sz="2000" dirty="0"/>
            <a:t>MIR</a:t>
          </a:r>
          <a:endParaRPr lang="zh-Hans-MO" altLang="en-US" sz="2000" dirty="0"/>
        </a:p>
      </dgm:t>
    </dgm:pt>
    <dgm:pt modelId="{2353525A-2A34-40E3-96F2-9E4E0B91072D}" type="parTrans" cxnId="{B96DF706-DBB5-4E1E-B90C-4B36C4C3F7B7}">
      <dgm:prSet/>
      <dgm:spPr/>
      <dgm:t>
        <a:bodyPr/>
        <a:lstStyle/>
        <a:p>
          <a:endParaRPr lang="zh-Hans-MO" altLang="en-US"/>
        </a:p>
      </dgm:t>
    </dgm:pt>
    <dgm:pt modelId="{D2B05FA4-6CA7-45C4-B946-C9D3CD78DBD0}" type="sibTrans" cxnId="{B96DF706-DBB5-4E1E-B90C-4B36C4C3F7B7}">
      <dgm:prSet/>
      <dgm:spPr/>
      <dgm:t>
        <a:bodyPr/>
        <a:lstStyle/>
        <a:p>
          <a:endParaRPr lang="zh-Hans-MO" altLang="en-US"/>
        </a:p>
      </dgm:t>
    </dgm:pt>
    <dgm:pt modelId="{6D3BAAB4-7EE9-42A2-8D1C-C7C4EA5A3B53}">
      <dgm:prSet phldrT="[文本]" phldr="0" custT="1"/>
      <dgm:spPr/>
      <dgm:t>
        <a:bodyPr/>
        <a:lstStyle/>
        <a:p>
          <a:r>
            <a:rPr lang="en-US" altLang="zh-Hans-MO" sz="2000" dirty="0"/>
            <a:t>LLVM </a:t>
          </a:r>
          <a:r>
            <a:rPr lang="en-US" altLang="zh-CN" sz="2000" dirty="0"/>
            <a:t>IR</a:t>
          </a:r>
          <a:endParaRPr lang="zh-Hans-MO" altLang="en-US" sz="2000" dirty="0"/>
        </a:p>
      </dgm:t>
    </dgm:pt>
    <dgm:pt modelId="{609EACCC-76A3-4F80-87D6-A803018A45C7}" type="parTrans" cxnId="{A337B856-32A4-4894-AF00-D4CDC26499DE}">
      <dgm:prSet/>
      <dgm:spPr/>
      <dgm:t>
        <a:bodyPr/>
        <a:lstStyle/>
        <a:p>
          <a:endParaRPr lang="zh-Hans-MO" altLang="en-US"/>
        </a:p>
      </dgm:t>
    </dgm:pt>
    <dgm:pt modelId="{BFF390CB-0A6B-43CE-AA75-34AD236CBA4E}" type="sibTrans" cxnId="{A337B856-32A4-4894-AF00-D4CDC26499DE}">
      <dgm:prSet/>
      <dgm:spPr/>
      <dgm:t>
        <a:bodyPr/>
        <a:lstStyle/>
        <a:p>
          <a:endParaRPr lang="zh-Hans-MO" altLang="en-US"/>
        </a:p>
      </dgm:t>
    </dgm:pt>
    <dgm:pt modelId="{BADF72F2-3458-4D5A-B398-974949D8123F}">
      <dgm:prSet phldrT="[文本]" phldr="0" custT="1"/>
      <dgm:spPr/>
      <dgm:t>
        <a:bodyPr/>
        <a:lstStyle/>
        <a:p>
          <a:r>
            <a:rPr lang="en-US" altLang="zh-Hans-MO" sz="2000" b="0" dirty="0"/>
            <a:t>…</a:t>
          </a:r>
          <a:endParaRPr lang="zh-Hans-MO" altLang="en-US" sz="2000" b="0" dirty="0"/>
        </a:p>
      </dgm:t>
    </dgm:pt>
    <dgm:pt modelId="{4E5ADDE2-C8A9-43E3-A906-232F0865AF84}" type="parTrans" cxnId="{A7173D5F-C400-4C8B-AC5F-EB6D4412B4B4}">
      <dgm:prSet/>
      <dgm:spPr/>
      <dgm:t>
        <a:bodyPr/>
        <a:lstStyle/>
        <a:p>
          <a:endParaRPr lang="zh-Hans-MO" altLang="en-US"/>
        </a:p>
      </dgm:t>
    </dgm:pt>
    <dgm:pt modelId="{8CB8F560-5FE3-49AB-AB4F-ED4EA3DCDF2F}" type="sibTrans" cxnId="{A7173D5F-C400-4C8B-AC5F-EB6D4412B4B4}">
      <dgm:prSet/>
      <dgm:spPr/>
      <dgm:t>
        <a:bodyPr/>
        <a:lstStyle/>
        <a:p>
          <a:endParaRPr lang="zh-Hans-MO" altLang="en-US"/>
        </a:p>
      </dgm:t>
    </dgm:pt>
    <dgm:pt modelId="{624EA53D-8CFD-4629-A7C0-CEA1DCB23BAD}" type="pres">
      <dgm:prSet presAssocID="{C13601C6-F14A-4083-95E1-1070E9738BF3}" presName="Name0" presStyleCnt="0">
        <dgm:presLayoutVars>
          <dgm:dir/>
          <dgm:resizeHandles val="exact"/>
        </dgm:presLayoutVars>
      </dgm:prSet>
      <dgm:spPr/>
    </dgm:pt>
    <dgm:pt modelId="{CB17957C-286E-4463-9BBE-CBEF97B422BD}" type="pres">
      <dgm:prSet presAssocID="{37119DE6-6B3E-467D-AE4F-91ABAC824D0F}" presName="node" presStyleLbl="node1" presStyleIdx="0" presStyleCnt="5">
        <dgm:presLayoutVars>
          <dgm:bulletEnabled val="1"/>
        </dgm:presLayoutVars>
      </dgm:prSet>
      <dgm:spPr/>
    </dgm:pt>
    <dgm:pt modelId="{0C37E19F-CC24-4D3E-B5AE-F195B366555F}" type="pres">
      <dgm:prSet presAssocID="{E079766D-F5FC-4361-97D7-AB31699DD232}" presName="sibTrans" presStyleLbl="sibTrans2D1" presStyleIdx="0" presStyleCnt="4"/>
      <dgm:spPr/>
    </dgm:pt>
    <dgm:pt modelId="{89942B71-7191-48C9-8BB0-A43F1093D3E5}" type="pres">
      <dgm:prSet presAssocID="{E079766D-F5FC-4361-97D7-AB31699DD232}" presName="connectorText" presStyleLbl="sibTrans2D1" presStyleIdx="0" presStyleCnt="4"/>
      <dgm:spPr/>
    </dgm:pt>
    <dgm:pt modelId="{FD926EC2-FA3B-40E8-B7A8-71E302871627}" type="pres">
      <dgm:prSet presAssocID="{6583C437-53E2-4C1A-94D7-4FE371BA2A13}" presName="node" presStyleLbl="node1" presStyleIdx="1" presStyleCnt="5">
        <dgm:presLayoutVars>
          <dgm:bulletEnabled val="1"/>
        </dgm:presLayoutVars>
      </dgm:prSet>
      <dgm:spPr/>
    </dgm:pt>
    <dgm:pt modelId="{DDEB93D5-71CB-49A7-AAB6-AEC6240A08A2}" type="pres">
      <dgm:prSet presAssocID="{F9635163-93F5-47C7-9BC6-2A8EFBFCE551}" presName="sibTrans" presStyleLbl="sibTrans2D1" presStyleIdx="1" presStyleCnt="4"/>
      <dgm:spPr/>
    </dgm:pt>
    <dgm:pt modelId="{0C0DFBA9-10A9-458F-8222-BDB99A2212DE}" type="pres">
      <dgm:prSet presAssocID="{F9635163-93F5-47C7-9BC6-2A8EFBFCE551}" presName="connectorText" presStyleLbl="sibTrans2D1" presStyleIdx="1" presStyleCnt="4"/>
      <dgm:spPr/>
    </dgm:pt>
    <dgm:pt modelId="{0EBB0B9C-6CFB-4E16-9E02-7FD536219788}" type="pres">
      <dgm:prSet presAssocID="{072FDD16-3F20-4816-9F7D-CB23BF09FF12}" presName="node" presStyleLbl="node1" presStyleIdx="2" presStyleCnt="5">
        <dgm:presLayoutVars>
          <dgm:bulletEnabled val="1"/>
        </dgm:presLayoutVars>
      </dgm:prSet>
      <dgm:spPr/>
    </dgm:pt>
    <dgm:pt modelId="{CF2654A2-37CE-4ECA-9DA9-5FD2B118A681}" type="pres">
      <dgm:prSet presAssocID="{D2B05FA4-6CA7-45C4-B946-C9D3CD78DBD0}" presName="sibTrans" presStyleLbl="sibTrans2D1" presStyleIdx="2" presStyleCnt="4"/>
      <dgm:spPr/>
    </dgm:pt>
    <dgm:pt modelId="{371D04E1-882E-4424-BFCC-15ABE41B9CE7}" type="pres">
      <dgm:prSet presAssocID="{D2B05FA4-6CA7-45C4-B946-C9D3CD78DBD0}" presName="connectorText" presStyleLbl="sibTrans2D1" presStyleIdx="2" presStyleCnt="4"/>
      <dgm:spPr/>
    </dgm:pt>
    <dgm:pt modelId="{BB5B5822-05AD-4A1C-9702-02C5CB15C30B}" type="pres">
      <dgm:prSet presAssocID="{6D3BAAB4-7EE9-42A2-8D1C-C7C4EA5A3B53}" presName="node" presStyleLbl="node1" presStyleIdx="3" presStyleCnt="5">
        <dgm:presLayoutVars>
          <dgm:bulletEnabled val="1"/>
        </dgm:presLayoutVars>
      </dgm:prSet>
      <dgm:spPr/>
    </dgm:pt>
    <dgm:pt modelId="{575C85F1-0E08-4D38-923C-BDCF6A6A2FC2}" type="pres">
      <dgm:prSet presAssocID="{BFF390CB-0A6B-43CE-AA75-34AD236CBA4E}" presName="sibTrans" presStyleLbl="sibTrans2D1" presStyleIdx="3" presStyleCnt="4"/>
      <dgm:spPr/>
    </dgm:pt>
    <dgm:pt modelId="{020D5A33-9369-4AC0-9964-4544ADB29C94}" type="pres">
      <dgm:prSet presAssocID="{BFF390CB-0A6B-43CE-AA75-34AD236CBA4E}" presName="connectorText" presStyleLbl="sibTrans2D1" presStyleIdx="3" presStyleCnt="4"/>
      <dgm:spPr/>
    </dgm:pt>
    <dgm:pt modelId="{9D662E6E-1052-40F7-B621-EABBDA31E96C}" type="pres">
      <dgm:prSet presAssocID="{BADF72F2-3458-4D5A-B398-974949D8123F}" presName="node" presStyleLbl="node1" presStyleIdx="4" presStyleCnt="5">
        <dgm:presLayoutVars>
          <dgm:bulletEnabled val="1"/>
        </dgm:presLayoutVars>
      </dgm:prSet>
      <dgm:spPr/>
    </dgm:pt>
  </dgm:ptLst>
  <dgm:cxnLst>
    <dgm:cxn modelId="{B96DF706-DBB5-4E1E-B90C-4B36C4C3F7B7}" srcId="{C13601C6-F14A-4083-95E1-1070E9738BF3}" destId="{072FDD16-3F20-4816-9F7D-CB23BF09FF12}" srcOrd="2" destOrd="0" parTransId="{2353525A-2A34-40E3-96F2-9E4E0B91072D}" sibTransId="{D2B05FA4-6CA7-45C4-B946-C9D3CD78DBD0}"/>
    <dgm:cxn modelId="{E3BB040E-5169-4448-A69A-AAD346D71230}" type="presOf" srcId="{37119DE6-6B3E-467D-AE4F-91ABAC824D0F}" destId="{CB17957C-286E-4463-9BBE-CBEF97B422BD}" srcOrd="0" destOrd="0" presId="urn:microsoft.com/office/officeart/2005/8/layout/process1"/>
    <dgm:cxn modelId="{F7D89419-EED9-4B64-9039-D1D7E01B67A8}" type="presOf" srcId="{BFF390CB-0A6B-43CE-AA75-34AD236CBA4E}" destId="{575C85F1-0E08-4D38-923C-BDCF6A6A2FC2}" srcOrd="0" destOrd="0" presId="urn:microsoft.com/office/officeart/2005/8/layout/process1"/>
    <dgm:cxn modelId="{7C864724-1387-40B5-A374-B8CAA524D987}" type="presOf" srcId="{F9635163-93F5-47C7-9BC6-2A8EFBFCE551}" destId="{DDEB93D5-71CB-49A7-AAB6-AEC6240A08A2}" srcOrd="0" destOrd="0" presId="urn:microsoft.com/office/officeart/2005/8/layout/process1"/>
    <dgm:cxn modelId="{B653C425-6AFD-42E3-A4A1-5FC701F24D7C}" type="presOf" srcId="{F9635163-93F5-47C7-9BC6-2A8EFBFCE551}" destId="{0C0DFBA9-10A9-458F-8222-BDB99A2212DE}" srcOrd="1" destOrd="0" presId="urn:microsoft.com/office/officeart/2005/8/layout/process1"/>
    <dgm:cxn modelId="{D9B0C52B-75A5-4D29-B0E4-333504A1C8ED}" srcId="{C13601C6-F14A-4083-95E1-1070E9738BF3}" destId="{6583C437-53E2-4C1A-94D7-4FE371BA2A13}" srcOrd="1" destOrd="0" parTransId="{E26F6872-A2E3-4DDD-87F6-6637A30EE031}" sibTransId="{F9635163-93F5-47C7-9BC6-2A8EFBFCE551}"/>
    <dgm:cxn modelId="{A7173D5F-C400-4C8B-AC5F-EB6D4412B4B4}" srcId="{C13601C6-F14A-4083-95E1-1070E9738BF3}" destId="{BADF72F2-3458-4D5A-B398-974949D8123F}" srcOrd="4" destOrd="0" parTransId="{4E5ADDE2-C8A9-43E3-A906-232F0865AF84}" sibTransId="{8CB8F560-5FE3-49AB-AB4F-ED4EA3DCDF2F}"/>
    <dgm:cxn modelId="{19456B75-8E5F-4A16-B3CB-29769C547092}" type="presOf" srcId="{072FDD16-3F20-4816-9F7D-CB23BF09FF12}" destId="{0EBB0B9C-6CFB-4E16-9E02-7FD536219788}" srcOrd="0" destOrd="0" presId="urn:microsoft.com/office/officeart/2005/8/layout/process1"/>
    <dgm:cxn modelId="{6710AC56-88EA-4C97-ABD5-C9651A75E891}" type="presOf" srcId="{C13601C6-F14A-4083-95E1-1070E9738BF3}" destId="{624EA53D-8CFD-4629-A7C0-CEA1DCB23BAD}" srcOrd="0" destOrd="0" presId="urn:microsoft.com/office/officeart/2005/8/layout/process1"/>
    <dgm:cxn modelId="{A337B856-32A4-4894-AF00-D4CDC26499DE}" srcId="{C13601C6-F14A-4083-95E1-1070E9738BF3}" destId="{6D3BAAB4-7EE9-42A2-8D1C-C7C4EA5A3B53}" srcOrd="3" destOrd="0" parTransId="{609EACCC-76A3-4F80-87D6-A803018A45C7}" sibTransId="{BFF390CB-0A6B-43CE-AA75-34AD236CBA4E}"/>
    <dgm:cxn modelId="{F41B3282-89D4-4B5E-9DAA-AE35C6254E86}" type="presOf" srcId="{6D3BAAB4-7EE9-42A2-8D1C-C7C4EA5A3B53}" destId="{BB5B5822-05AD-4A1C-9702-02C5CB15C30B}" srcOrd="0" destOrd="0" presId="urn:microsoft.com/office/officeart/2005/8/layout/process1"/>
    <dgm:cxn modelId="{6B9F98B0-554A-4195-A601-36727700E159}" type="presOf" srcId="{BFF390CB-0A6B-43CE-AA75-34AD236CBA4E}" destId="{020D5A33-9369-4AC0-9964-4544ADB29C94}" srcOrd="1" destOrd="0" presId="urn:microsoft.com/office/officeart/2005/8/layout/process1"/>
    <dgm:cxn modelId="{432848BF-C730-45CE-BC6D-7745DB819940}" type="presOf" srcId="{6583C437-53E2-4C1A-94D7-4FE371BA2A13}" destId="{FD926EC2-FA3B-40E8-B7A8-71E302871627}" srcOrd="0" destOrd="0" presId="urn:microsoft.com/office/officeart/2005/8/layout/process1"/>
    <dgm:cxn modelId="{9DB559CC-73C9-4DDD-B1D1-CEE6263D2B76}" type="presOf" srcId="{E079766D-F5FC-4361-97D7-AB31699DD232}" destId="{89942B71-7191-48C9-8BB0-A43F1093D3E5}" srcOrd="1" destOrd="0" presId="urn:microsoft.com/office/officeart/2005/8/layout/process1"/>
    <dgm:cxn modelId="{3BFF53CD-DD25-4F95-83E4-D02179A62F36}" type="presOf" srcId="{E079766D-F5FC-4361-97D7-AB31699DD232}" destId="{0C37E19F-CC24-4D3E-B5AE-F195B366555F}" srcOrd="0" destOrd="0" presId="urn:microsoft.com/office/officeart/2005/8/layout/process1"/>
    <dgm:cxn modelId="{C0B4DFCE-CF24-4F7A-BFF9-7DCF2064E6B5}" type="presOf" srcId="{D2B05FA4-6CA7-45C4-B946-C9D3CD78DBD0}" destId="{CF2654A2-37CE-4ECA-9DA9-5FD2B118A681}" srcOrd="0" destOrd="0" presId="urn:microsoft.com/office/officeart/2005/8/layout/process1"/>
    <dgm:cxn modelId="{41A593E8-DA69-47A2-804B-2221EA309394}" srcId="{C13601C6-F14A-4083-95E1-1070E9738BF3}" destId="{37119DE6-6B3E-467D-AE4F-91ABAC824D0F}" srcOrd="0" destOrd="0" parTransId="{06B368D9-23EF-47B3-894C-6B51CB58C90C}" sibTransId="{E079766D-F5FC-4361-97D7-AB31699DD232}"/>
    <dgm:cxn modelId="{7B6F39F1-2987-4102-A2FB-5D06560B53D6}" type="presOf" srcId="{BADF72F2-3458-4D5A-B398-974949D8123F}" destId="{9D662E6E-1052-40F7-B621-EABBDA31E96C}" srcOrd="0" destOrd="0" presId="urn:microsoft.com/office/officeart/2005/8/layout/process1"/>
    <dgm:cxn modelId="{8B1A50F8-D92C-48F3-9C37-DCA49BFF20DD}" type="presOf" srcId="{D2B05FA4-6CA7-45C4-B946-C9D3CD78DBD0}" destId="{371D04E1-882E-4424-BFCC-15ABE41B9CE7}" srcOrd="1" destOrd="0" presId="urn:microsoft.com/office/officeart/2005/8/layout/process1"/>
    <dgm:cxn modelId="{7FFFB82B-2038-459A-932E-99C346F358DE}" type="presParOf" srcId="{624EA53D-8CFD-4629-A7C0-CEA1DCB23BAD}" destId="{CB17957C-286E-4463-9BBE-CBEF97B422BD}" srcOrd="0" destOrd="0" presId="urn:microsoft.com/office/officeart/2005/8/layout/process1"/>
    <dgm:cxn modelId="{78BF3B0E-BDC8-492E-BBB4-7E17B4FF98C3}" type="presParOf" srcId="{624EA53D-8CFD-4629-A7C0-CEA1DCB23BAD}" destId="{0C37E19F-CC24-4D3E-B5AE-F195B366555F}" srcOrd="1" destOrd="0" presId="urn:microsoft.com/office/officeart/2005/8/layout/process1"/>
    <dgm:cxn modelId="{F1F45CC4-339C-4A29-87BE-B61AE091800B}" type="presParOf" srcId="{0C37E19F-CC24-4D3E-B5AE-F195B366555F}" destId="{89942B71-7191-48C9-8BB0-A43F1093D3E5}" srcOrd="0" destOrd="0" presId="urn:microsoft.com/office/officeart/2005/8/layout/process1"/>
    <dgm:cxn modelId="{8F74E73D-EDB4-441A-ABC3-F30075A5839E}" type="presParOf" srcId="{624EA53D-8CFD-4629-A7C0-CEA1DCB23BAD}" destId="{FD926EC2-FA3B-40E8-B7A8-71E302871627}" srcOrd="2" destOrd="0" presId="urn:microsoft.com/office/officeart/2005/8/layout/process1"/>
    <dgm:cxn modelId="{005FF808-3FA4-4EAE-B5E9-0647605D9BFD}" type="presParOf" srcId="{624EA53D-8CFD-4629-A7C0-CEA1DCB23BAD}" destId="{DDEB93D5-71CB-49A7-AAB6-AEC6240A08A2}" srcOrd="3" destOrd="0" presId="urn:microsoft.com/office/officeart/2005/8/layout/process1"/>
    <dgm:cxn modelId="{349B8591-E87E-4708-B22C-064FE574D08B}" type="presParOf" srcId="{DDEB93D5-71CB-49A7-AAB6-AEC6240A08A2}" destId="{0C0DFBA9-10A9-458F-8222-BDB99A2212DE}" srcOrd="0" destOrd="0" presId="urn:microsoft.com/office/officeart/2005/8/layout/process1"/>
    <dgm:cxn modelId="{3E2D7670-91FE-4C62-82C2-2A0CC0A68DF0}" type="presParOf" srcId="{624EA53D-8CFD-4629-A7C0-CEA1DCB23BAD}" destId="{0EBB0B9C-6CFB-4E16-9E02-7FD536219788}" srcOrd="4" destOrd="0" presId="urn:microsoft.com/office/officeart/2005/8/layout/process1"/>
    <dgm:cxn modelId="{AA52BC8B-DB2B-4EC4-8543-FFDF848BF0CC}" type="presParOf" srcId="{624EA53D-8CFD-4629-A7C0-CEA1DCB23BAD}" destId="{CF2654A2-37CE-4ECA-9DA9-5FD2B118A681}" srcOrd="5" destOrd="0" presId="urn:microsoft.com/office/officeart/2005/8/layout/process1"/>
    <dgm:cxn modelId="{224032ED-505A-433A-A0D7-D26CAA033F0F}" type="presParOf" srcId="{CF2654A2-37CE-4ECA-9DA9-5FD2B118A681}" destId="{371D04E1-882E-4424-BFCC-15ABE41B9CE7}" srcOrd="0" destOrd="0" presId="urn:microsoft.com/office/officeart/2005/8/layout/process1"/>
    <dgm:cxn modelId="{2383EFA1-537E-4185-A93A-8AEC73FF8F72}" type="presParOf" srcId="{624EA53D-8CFD-4629-A7C0-CEA1DCB23BAD}" destId="{BB5B5822-05AD-4A1C-9702-02C5CB15C30B}" srcOrd="6" destOrd="0" presId="urn:microsoft.com/office/officeart/2005/8/layout/process1"/>
    <dgm:cxn modelId="{475D0297-31F7-4F46-9988-197295129E80}" type="presParOf" srcId="{624EA53D-8CFD-4629-A7C0-CEA1DCB23BAD}" destId="{575C85F1-0E08-4D38-923C-BDCF6A6A2FC2}" srcOrd="7" destOrd="0" presId="urn:microsoft.com/office/officeart/2005/8/layout/process1"/>
    <dgm:cxn modelId="{725D1113-BC18-4CC1-8615-1F343C8F5212}" type="presParOf" srcId="{575C85F1-0E08-4D38-923C-BDCF6A6A2FC2}" destId="{020D5A33-9369-4AC0-9964-4544ADB29C94}" srcOrd="0" destOrd="0" presId="urn:microsoft.com/office/officeart/2005/8/layout/process1"/>
    <dgm:cxn modelId="{375F018E-1122-485D-9CE8-20AD51434176}" type="presParOf" srcId="{624EA53D-8CFD-4629-A7C0-CEA1DCB23BAD}" destId="{9D662E6E-1052-40F7-B621-EABBDA31E96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3601C6-F14A-4083-95E1-1070E9738BF3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zh-Hans-MO" altLang="en-US"/>
        </a:p>
      </dgm:t>
    </dgm:pt>
    <dgm:pt modelId="{37119DE6-6B3E-467D-AE4F-91ABAC824D0F}">
      <dgm:prSet phldrT="[文本]" phldr="0" custT="1"/>
      <dgm:spPr/>
      <dgm:t>
        <a:bodyPr/>
        <a:lstStyle/>
        <a:p>
          <a:r>
            <a:rPr lang="en-US" altLang="zh-Hans-MO" sz="2000" dirty="0"/>
            <a:t>Source Code (.</a:t>
          </a:r>
          <a:r>
            <a:rPr lang="en-US" altLang="zh-Hans-MO" sz="2000" err="1"/>
            <a:t>rs</a:t>
          </a:r>
          <a:r>
            <a:rPr lang="en-US" altLang="zh-Hans-MO" sz="2000"/>
            <a:t>)</a:t>
          </a:r>
          <a:endParaRPr lang="zh-Hans-MO" altLang="en-US" sz="2000" dirty="0"/>
        </a:p>
      </dgm:t>
    </dgm:pt>
    <dgm:pt modelId="{06B368D9-23EF-47B3-894C-6B51CB58C90C}" type="par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E079766D-F5FC-4361-97D7-AB31699DD232}" type="sibTrans" cxnId="{41A593E8-DA69-47A2-804B-2221EA309394}">
      <dgm:prSet/>
      <dgm:spPr/>
      <dgm:t>
        <a:bodyPr/>
        <a:lstStyle/>
        <a:p>
          <a:endParaRPr lang="zh-Hans-MO" altLang="en-US"/>
        </a:p>
      </dgm:t>
    </dgm:pt>
    <dgm:pt modelId="{6583C437-53E2-4C1A-94D7-4FE371BA2A13}">
      <dgm:prSet phldrT="[文本]" phldr="0" custT="1"/>
      <dgm:spPr/>
      <dgm:t>
        <a:bodyPr/>
        <a:lstStyle/>
        <a:p>
          <a:r>
            <a:rPr lang="en-US" altLang="zh-Hans-MO" sz="2000" dirty="0"/>
            <a:t>HIR</a:t>
          </a:r>
          <a:endParaRPr lang="zh-Hans-MO" altLang="en-US" sz="2000" dirty="0"/>
        </a:p>
      </dgm:t>
    </dgm:pt>
    <dgm:pt modelId="{E26F6872-A2E3-4DDD-87F6-6637A30EE031}" type="par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F9635163-93F5-47C7-9BC6-2A8EFBFCE551}" type="sibTrans" cxnId="{D9B0C52B-75A5-4D29-B0E4-333504A1C8ED}">
      <dgm:prSet/>
      <dgm:spPr/>
      <dgm:t>
        <a:bodyPr/>
        <a:lstStyle/>
        <a:p>
          <a:endParaRPr lang="zh-Hans-MO" altLang="en-US"/>
        </a:p>
      </dgm:t>
    </dgm:pt>
    <dgm:pt modelId="{82A7F8CC-7107-4109-818A-A0178E11AE7D}">
      <dgm:prSet custT="1"/>
      <dgm:spPr/>
      <dgm:t>
        <a:bodyPr/>
        <a:lstStyle/>
        <a:p>
          <a:r>
            <a:rPr lang="en-US" altLang="zh-CN" sz="2000" dirty="0"/>
            <a:t>Miri interpreter</a:t>
          </a:r>
          <a:endParaRPr lang="zh-Hans-MO" altLang="en-US" sz="2000" dirty="0"/>
        </a:p>
      </dgm:t>
    </dgm:pt>
    <dgm:pt modelId="{7E4589D9-2A89-414C-9788-8CBC794E707B}" type="parTrans" cxnId="{EAFDEEE6-FEB2-436A-BB92-1CFC4E67A35F}">
      <dgm:prSet/>
      <dgm:spPr/>
      <dgm:t>
        <a:bodyPr/>
        <a:lstStyle/>
        <a:p>
          <a:endParaRPr lang="zh-Hans-MO" altLang="en-US"/>
        </a:p>
      </dgm:t>
    </dgm:pt>
    <dgm:pt modelId="{94C8B44D-F91B-4976-952E-9A3B384623C4}" type="sibTrans" cxnId="{EAFDEEE6-FEB2-436A-BB92-1CFC4E67A35F}">
      <dgm:prSet/>
      <dgm:spPr/>
      <dgm:t>
        <a:bodyPr/>
        <a:lstStyle/>
        <a:p>
          <a:endParaRPr lang="zh-Hans-MO" altLang="en-US"/>
        </a:p>
      </dgm:t>
    </dgm:pt>
    <dgm:pt modelId="{072FDD16-3F20-4816-9F7D-CB23BF09FF12}">
      <dgm:prSet phldrT="[文本]" phldr="0" custT="1"/>
      <dgm:spPr/>
      <dgm:t>
        <a:bodyPr/>
        <a:lstStyle/>
        <a:p>
          <a:r>
            <a:rPr lang="en-US" altLang="zh-Hans-MO" sz="2000" dirty="0"/>
            <a:t>MIR</a:t>
          </a:r>
          <a:endParaRPr lang="zh-Hans-MO" altLang="en-US" sz="2000" dirty="0"/>
        </a:p>
      </dgm:t>
    </dgm:pt>
    <dgm:pt modelId="{2353525A-2A34-40E3-96F2-9E4E0B91072D}" type="parTrans" cxnId="{B96DF706-DBB5-4E1E-B90C-4B36C4C3F7B7}">
      <dgm:prSet/>
      <dgm:spPr/>
      <dgm:t>
        <a:bodyPr/>
        <a:lstStyle/>
        <a:p>
          <a:endParaRPr lang="zh-Hans-MO" altLang="en-US"/>
        </a:p>
      </dgm:t>
    </dgm:pt>
    <dgm:pt modelId="{D2B05FA4-6CA7-45C4-B946-C9D3CD78DBD0}" type="sibTrans" cxnId="{B96DF706-DBB5-4E1E-B90C-4B36C4C3F7B7}">
      <dgm:prSet/>
      <dgm:spPr/>
      <dgm:t>
        <a:bodyPr/>
        <a:lstStyle/>
        <a:p>
          <a:endParaRPr lang="zh-Hans-MO" altLang="en-US"/>
        </a:p>
      </dgm:t>
    </dgm:pt>
    <dgm:pt modelId="{624EA53D-8CFD-4629-A7C0-CEA1DCB23BAD}" type="pres">
      <dgm:prSet presAssocID="{C13601C6-F14A-4083-95E1-1070E9738BF3}" presName="Name0" presStyleCnt="0">
        <dgm:presLayoutVars>
          <dgm:dir/>
          <dgm:resizeHandles val="exact"/>
        </dgm:presLayoutVars>
      </dgm:prSet>
      <dgm:spPr/>
    </dgm:pt>
    <dgm:pt modelId="{CB17957C-286E-4463-9BBE-CBEF97B422BD}" type="pres">
      <dgm:prSet presAssocID="{37119DE6-6B3E-467D-AE4F-91ABAC824D0F}" presName="node" presStyleLbl="node1" presStyleIdx="0" presStyleCnt="4">
        <dgm:presLayoutVars>
          <dgm:bulletEnabled val="1"/>
        </dgm:presLayoutVars>
      </dgm:prSet>
      <dgm:spPr/>
    </dgm:pt>
    <dgm:pt modelId="{0C37E19F-CC24-4D3E-B5AE-F195B366555F}" type="pres">
      <dgm:prSet presAssocID="{E079766D-F5FC-4361-97D7-AB31699DD232}" presName="sibTrans" presStyleLbl="sibTrans2D1" presStyleIdx="0" presStyleCnt="3"/>
      <dgm:spPr/>
    </dgm:pt>
    <dgm:pt modelId="{89942B71-7191-48C9-8BB0-A43F1093D3E5}" type="pres">
      <dgm:prSet presAssocID="{E079766D-F5FC-4361-97D7-AB31699DD232}" presName="connectorText" presStyleLbl="sibTrans2D1" presStyleIdx="0" presStyleCnt="3"/>
      <dgm:spPr/>
    </dgm:pt>
    <dgm:pt modelId="{72FB90B3-D255-4273-A599-C4268939AA40}" type="pres">
      <dgm:prSet presAssocID="{6583C437-53E2-4C1A-94D7-4FE371BA2A13}" presName="node" presStyleLbl="node1" presStyleIdx="1" presStyleCnt="4">
        <dgm:presLayoutVars>
          <dgm:bulletEnabled val="1"/>
        </dgm:presLayoutVars>
      </dgm:prSet>
      <dgm:spPr/>
    </dgm:pt>
    <dgm:pt modelId="{14B61635-55B4-4EBC-88FE-517505D8D9BD}" type="pres">
      <dgm:prSet presAssocID="{F9635163-93F5-47C7-9BC6-2A8EFBFCE551}" presName="sibTrans" presStyleLbl="sibTrans2D1" presStyleIdx="1" presStyleCnt="3"/>
      <dgm:spPr/>
    </dgm:pt>
    <dgm:pt modelId="{DF1AB997-81A8-4E44-BA78-4AC85D9CE8B8}" type="pres">
      <dgm:prSet presAssocID="{F9635163-93F5-47C7-9BC6-2A8EFBFCE551}" presName="connectorText" presStyleLbl="sibTrans2D1" presStyleIdx="1" presStyleCnt="3"/>
      <dgm:spPr/>
    </dgm:pt>
    <dgm:pt modelId="{46E510B7-323F-48A0-93B4-99C67FDEA353}" type="pres">
      <dgm:prSet presAssocID="{072FDD16-3F20-4816-9F7D-CB23BF09FF12}" presName="node" presStyleLbl="node1" presStyleIdx="2" presStyleCnt="4">
        <dgm:presLayoutVars>
          <dgm:bulletEnabled val="1"/>
        </dgm:presLayoutVars>
      </dgm:prSet>
      <dgm:spPr/>
    </dgm:pt>
    <dgm:pt modelId="{CE596AB7-82AB-465B-8247-B884FDBD94A4}" type="pres">
      <dgm:prSet presAssocID="{D2B05FA4-6CA7-45C4-B946-C9D3CD78DBD0}" presName="sibTrans" presStyleLbl="sibTrans2D1" presStyleIdx="2" presStyleCnt="3"/>
      <dgm:spPr/>
    </dgm:pt>
    <dgm:pt modelId="{A5D9D30F-5DF1-4CEA-8BC3-C6A5A9C21E19}" type="pres">
      <dgm:prSet presAssocID="{D2B05FA4-6CA7-45C4-B946-C9D3CD78DBD0}" presName="connectorText" presStyleLbl="sibTrans2D1" presStyleIdx="2" presStyleCnt="3"/>
      <dgm:spPr/>
    </dgm:pt>
    <dgm:pt modelId="{8C4BABA6-BA43-4281-B175-DBC34ABA3EF9}" type="pres">
      <dgm:prSet presAssocID="{82A7F8CC-7107-4109-818A-A0178E11AE7D}" presName="node" presStyleLbl="node1" presStyleIdx="3" presStyleCnt="4">
        <dgm:presLayoutVars>
          <dgm:bulletEnabled val="1"/>
        </dgm:presLayoutVars>
      </dgm:prSet>
      <dgm:spPr/>
    </dgm:pt>
  </dgm:ptLst>
  <dgm:cxnLst>
    <dgm:cxn modelId="{B96DF706-DBB5-4E1E-B90C-4B36C4C3F7B7}" srcId="{C13601C6-F14A-4083-95E1-1070E9738BF3}" destId="{072FDD16-3F20-4816-9F7D-CB23BF09FF12}" srcOrd="2" destOrd="0" parTransId="{2353525A-2A34-40E3-96F2-9E4E0B91072D}" sibTransId="{D2B05FA4-6CA7-45C4-B946-C9D3CD78DBD0}"/>
    <dgm:cxn modelId="{B121240C-CAC0-4216-9AFA-A6E931C62885}" type="presOf" srcId="{F9635163-93F5-47C7-9BC6-2A8EFBFCE551}" destId="{DF1AB997-81A8-4E44-BA78-4AC85D9CE8B8}" srcOrd="1" destOrd="0" presId="urn:microsoft.com/office/officeart/2005/8/layout/process1"/>
    <dgm:cxn modelId="{0DB6C80F-71A9-4FB7-BA6F-5BD185D7D689}" type="presOf" srcId="{E079766D-F5FC-4361-97D7-AB31699DD232}" destId="{89942B71-7191-48C9-8BB0-A43F1093D3E5}" srcOrd="1" destOrd="0" presId="urn:microsoft.com/office/officeart/2005/8/layout/process1"/>
    <dgm:cxn modelId="{FFFC591A-041F-40F2-9CF2-74D96CBFEBD0}" type="presOf" srcId="{E079766D-F5FC-4361-97D7-AB31699DD232}" destId="{0C37E19F-CC24-4D3E-B5AE-F195B366555F}" srcOrd="0" destOrd="0" presId="urn:microsoft.com/office/officeart/2005/8/layout/process1"/>
    <dgm:cxn modelId="{D9B0C52B-75A5-4D29-B0E4-333504A1C8ED}" srcId="{C13601C6-F14A-4083-95E1-1070E9738BF3}" destId="{6583C437-53E2-4C1A-94D7-4FE371BA2A13}" srcOrd="1" destOrd="0" parTransId="{E26F6872-A2E3-4DDD-87F6-6637A30EE031}" sibTransId="{F9635163-93F5-47C7-9BC6-2A8EFBFCE551}"/>
    <dgm:cxn modelId="{33EBC73B-5221-4DB4-87C0-A8106F4E3954}" type="presOf" srcId="{072FDD16-3F20-4816-9F7D-CB23BF09FF12}" destId="{46E510B7-323F-48A0-93B4-99C67FDEA353}" srcOrd="0" destOrd="0" presId="urn:microsoft.com/office/officeart/2005/8/layout/process1"/>
    <dgm:cxn modelId="{6710AC56-88EA-4C97-ABD5-C9651A75E891}" type="presOf" srcId="{C13601C6-F14A-4083-95E1-1070E9738BF3}" destId="{624EA53D-8CFD-4629-A7C0-CEA1DCB23BAD}" srcOrd="0" destOrd="0" presId="urn:microsoft.com/office/officeart/2005/8/layout/process1"/>
    <dgm:cxn modelId="{235AE956-1546-409E-896F-723CE5DE3807}" type="presOf" srcId="{82A7F8CC-7107-4109-818A-A0178E11AE7D}" destId="{8C4BABA6-BA43-4281-B175-DBC34ABA3EF9}" srcOrd="0" destOrd="0" presId="urn:microsoft.com/office/officeart/2005/8/layout/process1"/>
    <dgm:cxn modelId="{4ED3A5BC-BE3E-432B-BFD1-8E3369CCB8B7}" type="presOf" srcId="{F9635163-93F5-47C7-9BC6-2A8EFBFCE551}" destId="{14B61635-55B4-4EBC-88FE-517505D8D9BD}" srcOrd="0" destOrd="0" presId="urn:microsoft.com/office/officeart/2005/8/layout/process1"/>
    <dgm:cxn modelId="{68EAD1D1-E3A1-45A2-A766-64A302F9F533}" type="presOf" srcId="{D2B05FA4-6CA7-45C4-B946-C9D3CD78DBD0}" destId="{CE596AB7-82AB-465B-8247-B884FDBD94A4}" srcOrd="0" destOrd="0" presId="urn:microsoft.com/office/officeart/2005/8/layout/process1"/>
    <dgm:cxn modelId="{E8582ED2-3047-4091-A392-1601679DD0E2}" type="presOf" srcId="{37119DE6-6B3E-467D-AE4F-91ABAC824D0F}" destId="{CB17957C-286E-4463-9BBE-CBEF97B422BD}" srcOrd="0" destOrd="0" presId="urn:microsoft.com/office/officeart/2005/8/layout/process1"/>
    <dgm:cxn modelId="{39C293D9-EFED-42A1-AED2-F4BFE737BF07}" type="presOf" srcId="{6583C437-53E2-4C1A-94D7-4FE371BA2A13}" destId="{72FB90B3-D255-4273-A599-C4268939AA40}" srcOrd="0" destOrd="0" presId="urn:microsoft.com/office/officeart/2005/8/layout/process1"/>
    <dgm:cxn modelId="{EADF7DDF-5AD8-4B62-86C4-34CDE8BA70D1}" type="presOf" srcId="{D2B05FA4-6CA7-45C4-B946-C9D3CD78DBD0}" destId="{A5D9D30F-5DF1-4CEA-8BC3-C6A5A9C21E19}" srcOrd="1" destOrd="0" presId="urn:microsoft.com/office/officeart/2005/8/layout/process1"/>
    <dgm:cxn modelId="{EAFDEEE6-FEB2-436A-BB92-1CFC4E67A35F}" srcId="{C13601C6-F14A-4083-95E1-1070E9738BF3}" destId="{82A7F8CC-7107-4109-818A-A0178E11AE7D}" srcOrd="3" destOrd="0" parTransId="{7E4589D9-2A89-414C-9788-8CBC794E707B}" sibTransId="{94C8B44D-F91B-4976-952E-9A3B384623C4}"/>
    <dgm:cxn modelId="{41A593E8-DA69-47A2-804B-2221EA309394}" srcId="{C13601C6-F14A-4083-95E1-1070E9738BF3}" destId="{37119DE6-6B3E-467D-AE4F-91ABAC824D0F}" srcOrd="0" destOrd="0" parTransId="{06B368D9-23EF-47B3-894C-6B51CB58C90C}" sibTransId="{E079766D-F5FC-4361-97D7-AB31699DD232}"/>
    <dgm:cxn modelId="{0750D890-CD06-4388-A1A7-CEB749F22753}" type="presParOf" srcId="{624EA53D-8CFD-4629-A7C0-CEA1DCB23BAD}" destId="{CB17957C-286E-4463-9BBE-CBEF97B422BD}" srcOrd="0" destOrd="0" presId="urn:microsoft.com/office/officeart/2005/8/layout/process1"/>
    <dgm:cxn modelId="{8579F725-5EE6-4657-82AE-F7ABA0C87334}" type="presParOf" srcId="{624EA53D-8CFD-4629-A7C0-CEA1DCB23BAD}" destId="{0C37E19F-CC24-4D3E-B5AE-F195B366555F}" srcOrd="1" destOrd="0" presId="urn:microsoft.com/office/officeart/2005/8/layout/process1"/>
    <dgm:cxn modelId="{AFB83CD5-39C6-4C0D-BA97-D862108AD92E}" type="presParOf" srcId="{0C37E19F-CC24-4D3E-B5AE-F195B366555F}" destId="{89942B71-7191-48C9-8BB0-A43F1093D3E5}" srcOrd="0" destOrd="0" presId="urn:microsoft.com/office/officeart/2005/8/layout/process1"/>
    <dgm:cxn modelId="{6ED5F18C-BDDC-422A-AF3A-2F8EEF10E150}" type="presParOf" srcId="{624EA53D-8CFD-4629-A7C0-CEA1DCB23BAD}" destId="{72FB90B3-D255-4273-A599-C4268939AA40}" srcOrd="2" destOrd="0" presId="urn:microsoft.com/office/officeart/2005/8/layout/process1"/>
    <dgm:cxn modelId="{D6FD68D5-21F8-4F0D-8AE3-4CC14B2E7F12}" type="presParOf" srcId="{624EA53D-8CFD-4629-A7C0-CEA1DCB23BAD}" destId="{14B61635-55B4-4EBC-88FE-517505D8D9BD}" srcOrd="3" destOrd="0" presId="urn:microsoft.com/office/officeart/2005/8/layout/process1"/>
    <dgm:cxn modelId="{4E9C26ED-DC44-425F-9543-3DF3947A0629}" type="presParOf" srcId="{14B61635-55B4-4EBC-88FE-517505D8D9BD}" destId="{DF1AB997-81A8-4E44-BA78-4AC85D9CE8B8}" srcOrd="0" destOrd="0" presId="urn:microsoft.com/office/officeart/2005/8/layout/process1"/>
    <dgm:cxn modelId="{906A7948-9FE4-4045-B854-6252FC56CFC5}" type="presParOf" srcId="{624EA53D-8CFD-4629-A7C0-CEA1DCB23BAD}" destId="{46E510B7-323F-48A0-93B4-99C67FDEA353}" srcOrd="4" destOrd="0" presId="urn:microsoft.com/office/officeart/2005/8/layout/process1"/>
    <dgm:cxn modelId="{B84EE394-2C94-45BD-9BCD-4A5F8BBC8747}" type="presParOf" srcId="{624EA53D-8CFD-4629-A7C0-CEA1DCB23BAD}" destId="{CE596AB7-82AB-465B-8247-B884FDBD94A4}" srcOrd="5" destOrd="0" presId="urn:microsoft.com/office/officeart/2005/8/layout/process1"/>
    <dgm:cxn modelId="{44393568-41EA-4EA4-8F57-7F953A78F95C}" type="presParOf" srcId="{CE596AB7-82AB-465B-8247-B884FDBD94A4}" destId="{A5D9D30F-5DF1-4CEA-8BC3-C6A5A9C21E19}" srcOrd="0" destOrd="0" presId="urn:microsoft.com/office/officeart/2005/8/layout/process1"/>
    <dgm:cxn modelId="{C2C00830-AFD9-4F3F-A913-0F2D2AE8A70A}" type="presParOf" srcId="{624EA53D-8CFD-4629-A7C0-CEA1DCB23BAD}" destId="{8C4BABA6-BA43-4281-B175-DBC34ABA3EF9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7957C-286E-4463-9BBE-CBEF97B422BD}">
      <dsp:nvSpPr>
        <dsp:cNvPr id="0" name=""/>
        <dsp:cNvSpPr/>
      </dsp:nvSpPr>
      <dsp:spPr>
        <a:xfrm>
          <a:off x="5168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Source Code (.c)</a:t>
          </a:r>
          <a:endParaRPr lang="zh-Hans-MO" altLang="en-US" sz="2000" kern="1200" dirty="0"/>
        </a:p>
      </dsp:txBody>
      <dsp:txXfrm>
        <a:off x="33326" y="372080"/>
        <a:ext cx="1546019" cy="905085"/>
      </dsp:txXfrm>
    </dsp:sp>
    <dsp:sp modelId="{0C37E19F-CC24-4D3E-B5AE-F195B366555F}">
      <dsp:nvSpPr>
        <dsp:cNvPr id="0" name=""/>
        <dsp:cNvSpPr/>
      </dsp:nvSpPr>
      <dsp:spPr>
        <a:xfrm>
          <a:off x="1767737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1767737" y="705409"/>
        <a:ext cx="237787" cy="238427"/>
      </dsp:txXfrm>
    </dsp:sp>
    <dsp:sp modelId="{6116D327-8F3F-441C-A5DA-52A65670037F}">
      <dsp:nvSpPr>
        <dsp:cNvPr id="0" name=""/>
        <dsp:cNvSpPr/>
      </dsp:nvSpPr>
      <dsp:spPr>
        <a:xfrm>
          <a:off x="2248438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Preprocessed Code (.</a:t>
          </a:r>
          <a:r>
            <a:rPr lang="en-US" altLang="zh-Hans-MO" sz="2000" kern="1200" dirty="0" err="1"/>
            <a:t>i</a:t>
          </a:r>
          <a:r>
            <a:rPr lang="en-US" altLang="zh-Hans-MO" sz="2000" kern="1200" dirty="0"/>
            <a:t>)</a:t>
          </a:r>
          <a:endParaRPr lang="zh-Hans-MO" altLang="en-US" sz="2000" kern="1200" dirty="0"/>
        </a:p>
      </dsp:txBody>
      <dsp:txXfrm>
        <a:off x="2276596" y="372080"/>
        <a:ext cx="1546019" cy="905085"/>
      </dsp:txXfrm>
    </dsp:sp>
    <dsp:sp modelId="{CCC8782C-F562-4373-9DB5-97DB64E647D4}">
      <dsp:nvSpPr>
        <dsp:cNvPr id="0" name=""/>
        <dsp:cNvSpPr/>
      </dsp:nvSpPr>
      <dsp:spPr>
        <a:xfrm>
          <a:off x="4011007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4011007" y="705409"/>
        <a:ext cx="237787" cy="238427"/>
      </dsp:txXfrm>
    </dsp:sp>
    <dsp:sp modelId="{7E7387A5-F94A-47EA-BDE4-EE1632777E95}">
      <dsp:nvSpPr>
        <dsp:cNvPr id="0" name=""/>
        <dsp:cNvSpPr/>
      </dsp:nvSpPr>
      <dsp:spPr>
        <a:xfrm>
          <a:off x="4491707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b="0" kern="1200" dirty="0"/>
            <a:t>Assembly (.s)</a:t>
          </a:r>
          <a:endParaRPr lang="zh-Hans-MO" altLang="en-US" sz="2000" b="0" kern="1200" dirty="0"/>
        </a:p>
      </dsp:txBody>
      <dsp:txXfrm>
        <a:off x="4519865" y="372080"/>
        <a:ext cx="1546019" cy="905085"/>
      </dsp:txXfrm>
    </dsp:sp>
    <dsp:sp modelId="{B049BF72-C36E-4D37-900F-1F57822F8F98}">
      <dsp:nvSpPr>
        <dsp:cNvPr id="0" name=""/>
        <dsp:cNvSpPr/>
      </dsp:nvSpPr>
      <dsp:spPr>
        <a:xfrm>
          <a:off x="6254276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6254276" y="705409"/>
        <a:ext cx="237787" cy="238427"/>
      </dsp:txXfrm>
    </dsp:sp>
    <dsp:sp modelId="{7A2B7152-1C5E-44B5-9DA2-79B9FF33A52F}">
      <dsp:nvSpPr>
        <dsp:cNvPr id="0" name=""/>
        <dsp:cNvSpPr/>
      </dsp:nvSpPr>
      <dsp:spPr>
        <a:xfrm>
          <a:off x="6734977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Object Code (.o)</a:t>
          </a:r>
          <a:endParaRPr lang="zh-Hans-MO" altLang="en-US" sz="2000" kern="1200" dirty="0"/>
        </a:p>
      </dsp:txBody>
      <dsp:txXfrm>
        <a:off x="6763135" y="372080"/>
        <a:ext cx="1546019" cy="905085"/>
      </dsp:txXfrm>
    </dsp:sp>
    <dsp:sp modelId="{50D9B6BD-34E7-4C39-A0A6-CE205136337F}">
      <dsp:nvSpPr>
        <dsp:cNvPr id="0" name=""/>
        <dsp:cNvSpPr/>
      </dsp:nvSpPr>
      <dsp:spPr>
        <a:xfrm>
          <a:off x="8497546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8497546" y="705409"/>
        <a:ext cx="237787" cy="238427"/>
      </dsp:txXfrm>
    </dsp:sp>
    <dsp:sp modelId="{8C4BABA6-BA43-4281-B175-DBC34ABA3EF9}">
      <dsp:nvSpPr>
        <dsp:cNvPr id="0" name=""/>
        <dsp:cNvSpPr/>
      </dsp:nvSpPr>
      <dsp:spPr>
        <a:xfrm>
          <a:off x="8978246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Machine Code (exe)</a:t>
          </a:r>
          <a:endParaRPr lang="zh-Hans-MO" altLang="en-US" sz="2000" kern="1200" dirty="0"/>
        </a:p>
      </dsp:txBody>
      <dsp:txXfrm>
        <a:off x="9006404" y="372080"/>
        <a:ext cx="1546019" cy="9050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7957C-286E-4463-9BBE-CBEF97B422BD}">
      <dsp:nvSpPr>
        <dsp:cNvPr id="0" name=""/>
        <dsp:cNvSpPr/>
      </dsp:nvSpPr>
      <dsp:spPr>
        <a:xfrm>
          <a:off x="5031" y="75148"/>
          <a:ext cx="1584244" cy="14989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Source Code (.</a:t>
          </a:r>
          <a:r>
            <a:rPr lang="en-US" altLang="zh-Hans-MO" sz="2000" kern="1200" dirty="0" err="1"/>
            <a:t>rs</a:t>
          </a:r>
          <a:r>
            <a:rPr lang="en-US" altLang="zh-Hans-MO" sz="2000" kern="1200" dirty="0"/>
            <a:t>)</a:t>
          </a:r>
          <a:endParaRPr lang="zh-Hans-MO" altLang="en-US" sz="2000" kern="1200" dirty="0"/>
        </a:p>
      </dsp:txBody>
      <dsp:txXfrm>
        <a:off x="48934" y="119051"/>
        <a:ext cx="1496438" cy="1411144"/>
      </dsp:txXfrm>
    </dsp:sp>
    <dsp:sp modelId="{0C37E19F-CC24-4D3E-B5AE-F195B366555F}">
      <dsp:nvSpPr>
        <dsp:cNvPr id="0" name=""/>
        <dsp:cNvSpPr/>
      </dsp:nvSpPr>
      <dsp:spPr>
        <a:xfrm>
          <a:off x="1747700" y="628177"/>
          <a:ext cx="335859" cy="3928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1747700" y="706755"/>
        <a:ext cx="235101" cy="235736"/>
      </dsp:txXfrm>
    </dsp:sp>
    <dsp:sp modelId="{8B44984E-384D-4351-AE9E-0D2CE6CD9BD5}">
      <dsp:nvSpPr>
        <dsp:cNvPr id="0" name=""/>
        <dsp:cNvSpPr/>
      </dsp:nvSpPr>
      <dsp:spPr>
        <a:xfrm>
          <a:off x="2222974" y="75148"/>
          <a:ext cx="1703918" cy="14989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Process to</a:t>
          </a:r>
          <a:endParaRPr lang="zh-Hans-MO" alt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Hans-MO" sz="2000" kern="1200" dirty="0"/>
            <a:t>HIR</a:t>
          </a:r>
          <a:endParaRPr lang="zh-Hans-MO" alt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Hans-MO" sz="2000" kern="1200" dirty="0"/>
            <a:t>MIR</a:t>
          </a:r>
          <a:endParaRPr lang="zh-Hans-MO" alt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Hans-MO" sz="2000" kern="1200" dirty="0"/>
            <a:t>LLVM </a:t>
          </a:r>
          <a:r>
            <a:rPr lang="en-US" altLang="zh-CN" sz="2000" kern="1200" dirty="0"/>
            <a:t>IR</a:t>
          </a:r>
          <a:endParaRPr lang="zh-Hans-MO" altLang="en-US" sz="2000" kern="1200" dirty="0"/>
        </a:p>
      </dsp:txBody>
      <dsp:txXfrm>
        <a:off x="2266877" y="119051"/>
        <a:ext cx="1616112" cy="1411144"/>
      </dsp:txXfrm>
    </dsp:sp>
    <dsp:sp modelId="{5C18F685-251C-46E9-824D-A5A7EBF41563}">
      <dsp:nvSpPr>
        <dsp:cNvPr id="0" name=""/>
        <dsp:cNvSpPr/>
      </dsp:nvSpPr>
      <dsp:spPr>
        <a:xfrm>
          <a:off x="4085316" y="628177"/>
          <a:ext cx="335859" cy="3928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4085316" y="706755"/>
        <a:ext cx="235101" cy="235736"/>
      </dsp:txXfrm>
    </dsp:sp>
    <dsp:sp modelId="{7E7387A5-F94A-47EA-BDE4-EE1632777E95}">
      <dsp:nvSpPr>
        <dsp:cNvPr id="0" name=""/>
        <dsp:cNvSpPr/>
      </dsp:nvSpPr>
      <dsp:spPr>
        <a:xfrm>
          <a:off x="4560590" y="75148"/>
          <a:ext cx="1584244" cy="14989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b="0" kern="1200" dirty="0"/>
            <a:t>Assembly</a:t>
          </a:r>
          <a:endParaRPr lang="zh-Hans-MO" altLang="en-US" sz="2000" b="0" kern="1200" dirty="0"/>
        </a:p>
      </dsp:txBody>
      <dsp:txXfrm>
        <a:off x="4604493" y="119051"/>
        <a:ext cx="1496438" cy="1411144"/>
      </dsp:txXfrm>
    </dsp:sp>
    <dsp:sp modelId="{B049BF72-C36E-4D37-900F-1F57822F8F98}">
      <dsp:nvSpPr>
        <dsp:cNvPr id="0" name=""/>
        <dsp:cNvSpPr/>
      </dsp:nvSpPr>
      <dsp:spPr>
        <a:xfrm>
          <a:off x="6303259" y="628177"/>
          <a:ext cx="335859" cy="3928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6303259" y="706755"/>
        <a:ext cx="235101" cy="235736"/>
      </dsp:txXfrm>
    </dsp:sp>
    <dsp:sp modelId="{7A2B7152-1C5E-44B5-9DA2-79B9FF33A52F}">
      <dsp:nvSpPr>
        <dsp:cNvPr id="0" name=""/>
        <dsp:cNvSpPr/>
      </dsp:nvSpPr>
      <dsp:spPr>
        <a:xfrm>
          <a:off x="6778532" y="75148"/>
          <a:ext cx="1584244" cy="14989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Object Code </a:t>
          </a:r>
          <a:endParaRPr lang="zh-Hans-MO" altLang="en-US" sz="2000" kern="1200" dirty="0"/>
        </a:p>
      </dsp:txBody>
      <dsp:txXfrm>
        <a:off x="6822435" y="119051"/>
        <a:ext cx="1496438" cy="1411144"/>
      </dsp:txXfrm>
    </dsp:sp>
    <dsp:sp modelId="{50D9B6BD-34E7-4C39-A0A6-CE205136337F}">
      <dsp:nvSpPr>
        <dsp:cNvPr id="0" name=""/>
        <dsp:cNvSpPr/>
      </dsp:nvSpPr>
      <dsp:spPr>
        <a:xfrm>
          <a:off x="8521201" y="628177"/>
          <a:ext cx="335859" cy="39289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8521201" y="706755"/>
        <a:ext cx="235101" cy="235736"/>
      </dsp:txXfrm>
    </dsp:sp>
    <dsp:sp modelId="{8C4BABA6-BA43-4281-B175-DBC34ABA3EF9}">
      <dsp:nvSpPr>
        <dsp:cNvPr id="0" name=""/>
        <dsp:cNvSpPr/>
      </dsp:nvSpPr>
      <dsp:spPr>
        <a:xfrm>
          <a:off x="8996474" y="75148"/>
          <a:ext cx="1584244" cy="14989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Machine Code (exe)</a:t>
          </a:r>
          <a:endParaRPr lang="zh-Hans-MO" altLang="en-US" sz="2000" kern="1200" dirty="0"/>
        </a:p>
      </dsp:txBody>
      <dsp:txXfrm>
        <a:off x="9040377" y="119051"/>
        <a:ext cx="1496438" cy="14111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7957C-286E-4463-9BBE-CBEF97B422BD}">
      <dsp:nvSpPr>
        <dsp:cNvPr id="0" name=""/>
        <dsp:cNvSpPr/>
      </dsp:nvSpPr>
      <dsp:spPr>
        <a:xfrm>
          <a:off x="5168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Source Code (.</a:t>
          </a:r>
          <a:r>
            <a:rPr lang="en-US" altLang="zh-Hans-MO" sz="2000" kern="1200" dirty="0" err="1"/>
            <a:t>rs</a:t>
          </a:r>
          <a:r>
            <a:rPr lang="en-US" altLang="zh-Hans-MO" sz="2000" kern="1200" dirty="0"/>
            <a:t>)</a:t>
          </a:r>
          <a:endParaRPr lang="zh-Hans-MO" altLang="en-US" sz="2000" kern="1200" dirty="0"/>
        </a:p>
      </dsp:txBody>
      <dsp:txXfrm>
        <a:off x="33326" y="372080"/>
        <a:ext cx="1546019" cy="905085"/>
      </dsp:txXfrm>
    </dsp:sp>
    <dsp:sp modelId="{0C37E19F-CC24-4D3E-B5AE-F195B366555F}">
      <dsp:nvSpPr>
        <dsp:cNvPr id="0" name=""/>
        <dsp:cNvSpPr/>
      </dsp:nvSpPr>
      <dsp:spPr>
        <a:xfrm>
          <a:off x="1767737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1767737" y="705409"/>
        <a:ext cx="237787" cy="238427"/>
      </dsp:txXfrm>
    </dsp:sp>
    <dsp:sp modelId="{FD926EC2-FA3B-40E8-B7A8-71E302871627}">
      <dsp:nvSpPr>
        <dsp:cNvPr id="0" name=""/>
        <dsp:cNvSpPr/>
      </dsp:nvSpPr>
      <dsp:spPr>
        <a:xfrm>
          <a:off x="2248438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HIR</a:t>
          </a:r>
          <a:endParaRPr lang="zh-Hans-MO" altLang="en-US" sz="2000" kern="1200" dirty="0"/>
        </a:p>
      </dsp:txBody>
      <dsp:txXfrm>
        <a:off x="2276596" y="372080"/>
        <a:ext cx="1546019" cy="905085"/>
      </dsp:txXfrm>
    </dsp:sp>
    <dsp:sp modelId="{DDEB93D5-71CB-49A7-AAB6-AEC6240A08A2}">
      <dsp:nvSpPr>
        <dsp:cNvPr id="0" name=""/>
        <dsp:cNvSpPr/>
      </dsp:nvSpPr>
      <dsp:spPr>
        <a:xfrm>
          <a:off x="4011007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4011007" y="705409"/>
        <a:ext cx="237787" cy="238427"/>
      </dsp:txXfrm>
    </dsp:sp>
    <dsp:sp modelId="{0EBB0B9C-6CFB-4E16-9E02-7FD536219788}">
      <dsp:nvSpPr>
        <dsp:cNvPr id="0" name=""/>
        <dsp:cNvSpPr/>
      </dsp:nvSpPr>
      <dsp:spPr>
        <a:xfrm>
          <a:off x="4491707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MIR</a:t>
          </a:r>
          <a:endParaRPr lang="zh-Hans-MO" altLang="en-US" sz="2000" kern="1200" dirty="0"/>
        </a:p>
      </dsp:txBody>
      <dsp:txXfrm>
        <a:off x="4519865" y="372080"/>
        <a:ext cx="1546019" cy="905085"/>
      </dsp:txXfrm>
    </dsp:sp>
    <dsp:sp modelId="{CF2654A2-37CE-4ECA-9DA9-5FD2B118A681}">
      <dsp:nvSpPr>
        <dsp:cNvPr id="0" name=""/>
        <dsp:cNvSpPr/>
      </dsp:nvSpPr>
      <dsp:spPr>
        <a:xfrm>
          <a:off x="6254276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6254276" y="705409"/>
        <a:ext cx="237787" cy="238427"/>
      </dsp:txXfrm>
    </dsp:sp>
    <dsp:sp modelId="{BB5B5822-05AD-4A1C-9702-02C5CB15C30B}">
      <dsp:nvSpPr>
        <dsp:cNvPr id="0" name=""/>
        <dsp:cNvSpPr/>
      </dsp:nvSpPr>
      <dsp:spPr>
        <a:xfrm>
          <a:off x="6734977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LLVM </a:t>
          </a:r>
          <a:r>
            <a:rPr lang="en-US" altLang="zh-CN" sz="2000" kern="1200" dirty="0"/>
            <a:t>IR</a:t>
          </a:r>
          <a:endParaRPr lang="zh-Hans-MO" altLang="en-US" sz="2000" kern="1200" dirty="0"/>
        </a:p>
      </dsp:txBody>
      <dsp:txXfrm>
        <a:off x="6763135" y="372080"/>
        <a:ext cx="1546019" cy="905085"/>
      </dsp:txXfrm>
    </dsp:sp>
    <dsp:sp modelId="{575C85F1-0E08-4D38-923C-BDCF6A6A2FC2}">
      <dsp:nvSpPr>
        <dsp:cNvPr id="0" name=""/>
        <dsp:cNvSpPr/>
      </dsp:nvSpPr>
      <dsp:spPr>
        <a:xfrm>
          <a:off x="8497546" y="625933"/>
          <a:ext cx="339695" cy="397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700" kern="1200"/>
        </a:p>
      </dsp:txBody>
      <dsp:txXfrm>
        <a:off x="8497546" y="705409"/>
        <a:ext cx="237787" cy="238427"/>
      </dsp:txXfrm>
    </dsp:sp>
    <dsp:sp modelId="{9D662E6E-1052-40F7-B621-EABBDA31E96C}">
      <dsp:nvSpPr>
        <dsp:cNvPr id="0" name=""/>
        <dsp:cNvSpPr/>
      </dsp:nvSpPr>
      <dsp:spPr>
        <a:xfrm>
          <a:off x="8978246" y="343922"/>
          <a:ext cx="1602335" cy="961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b="0" kern="1200" dirty="0"/>
            <a:t>…</a:t>
          </a:r>
          <a:endParaRPr lang="zh-Hans-MO" altLang="en-US" sz="2000" b="0" kern="1200" dirty="0"/>
        </a:p>
      </dsp:txBody>
      <dsp:txXfrm>
        <a:off x="9006404" y="372080"/>
        <a:ext cx="1546019" cy="9050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7957C-286E-4463-9BBE-CBEF97B422BD}">
      <dsp:nvSpPr>
        <dsp:cNvPr id="0" name=""/>
        <dsp:cNvSpPr/>
      </dsp:nvSpPr>
      <dsp:spPr>
        <a:xfrm>
          <a:off x="3677" y="342268"/>
          <a:ext cx="1607849" cy="9647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Source Code (.</a:t>
          </a:r>
          <a:r>
            <a:rPr lang="en-US" altLang="zh-Hans-MO" sz="2000" kern="1200" err="1"/>
            <a:t>rs</a:t>
          </a:r>
          <a:r>
            <a:rPr lang="en-US" altLang="zh-Hans-MO" sz="2000" kern="1200"/>
            <a:t>)</a:t>
          </a:r>
          <a:endParaRPr lang="zh-Hans-MO" altLang="en-US" sz="2000" kern="1200" dirty="0"/>
        </a:p>
      </dsp:txBody>
      <dsp:txXfrm>
        <a:off x="31932" y="370523"/>
        <a:ext cx="1551339" cy="908199"/>
      </dsp:txXfrm>
    </dsp:sp>
    <dsp:sp modelId="{0C37E19F-CC24-4D3E-B5AE-F195B366555F}">
      <dsp:nvSpPr>
        <dsp:cNvPr id="0" name=""/>
        <dsp:cNvSpPr/>
      </dsp:nvSpPr>
      <dsp:spPr>
        <a:xfrm>
          <a:off x="1772311" y="625250"/>
          <a:ext cx="340864" cy="3987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800" kern="1200"/>
        </a:p>
      </dsp:txBody>
      <dsp:txXfrm>
        <a:off x="1772311" y="704999"/>
        <a:ext cx="238605" cy="239248"/>
      </dsp:txXfrm>
    </dsp:sp>
    <dsp:sp modelId="{72FB90B3-D255-4273-A599-C4268939AA40}">
      <dsp:nvSpPr>
        <dsp:cNvPr id="0" name=""/>
        <dsp:cNvSpPr/>
      </dsp:nvSpPr>
      <dsp:spPr>
        <a:xfrm>
          <a:off x="2254666" y="342268"/>
          <a:ext cx="1607849" cy="9647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HIR</a:t>
          </a:r>
          <a:endParaRPr lang="zh-Hans-MO" altLang="en-US" sz="2000" kern="1200" dirty="0"/>
        </a:p>
      </dsp:txBody>
      <dsp:txXfrm>
        <a:off x="2282921" y="370523"/>
        <a:ext cx="1551339" cy="908199"/>
      </dsp:txXfrm>
    </dsp:sp>
    <dsp:sp modelId="{14B61635-55B4-4EBC-88FE-517505D8D9BD}">
      <dsp:nvSpPr>
        <dsp:cNvPr id="0" name=""/>
        <dsp:cNvSpPr/>
      </dsp:nvSpPr>
      <dsp:spPr>
        <a:xfrm>
          <a:off x="4023300" y="625250"/>
          <a:ext cx="340864" cy="3987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800" kern="1200"/>
        </a:p>
      </dsp:txBody>
      <dsp:txXfrm>
        <a:off x="4023300" y="704999"/>
        <a:ext cx="238605" cy="239248"/>
      </dsp:txXfrm>
    </dsp:sp>
    <dsp:sp modelId="{46E510B7-323F-48A0-93B4-99C67FDEA353}">
      <dsp:nvSpPr>
        <dsp:cNvPr id="0" name=""/>
        <dsp:cNvSpPr/>
      </dsp:nvSpPr>
      <dsp:spPr>
        <a:xfrm>
          <a:off x="4505655" y="342268"/>
          <a:ext cx="1607849" cy="9647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Hans-MO" sz="2000" kern="1200" dirty="0"/>
            <a:t>MIR</a:t>
          </a:r>
          <a:endParaRPr lang="zh-Hans-MO" altLang="en-US" sz="2000" kern="1200" dirty="0"/>
        </a:p>
      </dsp:txBody>
      <dsp:txXfrm>
        <a:off x="4533910" y="370523"/>
        <a:ext cx="1551339" cy="908199"/>
      </dsp:txXfrm>
    </dsp:sp>
    <dsp:sp modelId="{CE596AB7-82AB-465B-8247-B884FDBD94A4}">
      <dsp:nvSpPr>
        <dsp:cNvPr id="0" name=""/>
        <dsp:cNvSpPr/>
      </dsp:nvSpPr>
      <dsp:spPr>
        <a:xfrm>
          <a:off x="6274289" y="625250"/>
          <a:ext cx="340864" cy="3987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Hans-MO" altLang="en-US" sz="1800" kern="1200"/>
        </a:p>
      </dsp:txBody>
      <dsp:txXfrm>
        <a:off x="6274289" y="704999"/>
        <a:ext cx="238605" cy="239248"/>
      </dsp:txXfrm>
    </dsp:sp>
    <dsp:sp modelId="{8C4BABA6-BA43-4281-B175-DBC34ABA3EF9}">
      <dsp:nvSpPr>
        <dsp:cNvPr id="0" name=""/>
        <dsp:cNvSpPr/>
      </dsp:nvSpPr>
      <dsp:spPr>
        <a:xfrm>
          <a:off x="6756644" y="342268"/>
          <a:ext cx="1607849" cy="9647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/>
            <a:t>Miri interpreter</a:t>
          </a:r>
          <a:endParaRPr lang="zh-Hans-MO" altLang="en-US" sz="2000" kern="1200" dirty="0"/>
        </a:p>
      </dsp:txBody>
      <dsp:txXfrm>
        <a:off x="6784899" y="370523"/>
        <a:ext cx="1551339" cy="908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08:31:05.21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24575,'6'0'0,"1"1"0,-1 0 0,1 1 0,-1 0 0,9 3 0,20 5 0,13-5 0,1-2 0,63-5 0,-30 1 0,473 1 0,-548 0 0,0 1 0,0-1 0,0 2 0,0-1 0,0 1 0,0 0 0,0 0 0,0 1 0,-1 0 0,1 0 0,-1 0 0,0 1 0,0 0 0,0 0 0,10 10 0,-16-14 0,0 0 0,0 0 0,0 0 0,0 0 0,0 0 0,0 1 0,0-1 0,0 0 0,0 0 0,0 0 0,0 0 0,0 0 0,1 0 0,-1 0 0,0 0 0,0 0 0,0 1 0,0-1 0,0 0 0,0 0 0,0 0 0,0 0 0,0 0 0,0 0 0,0 0 0,0 0 0,0 1 0,0-1 0,0 0 0,-1 0 0,1 0 0,0 0 0,0 0 0,0 0 0,0 0 0,0 0 0,0 0 0,0 1 0,0-1 0,0 0 0,0 0 0,0 0 0,-7 2 0,-8-1 0,15-1 0,-37-1 0,0 3 0,-38 6 0,-56 15 0,-240 32 0,307-48 0,-72 3 0,17-10-1365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Hans-MO" b="1" dirty="0"/>
              <a:t>Example: A Memory Write (*</a:t>
            </a:r>
            <a:r>
              <a:rPr lang="en-US" altLang="zh-Hans-MO" b="1" dirty="0" err="1"/>
              <a:t>ptr</a:t>
            </a:r>
            <a:r>
              <a:rPr lang="en-US" altLang="zh-Hans-MO" b="1" dirty="0"/>
              <a:t> = value;)</a:t>
            </a:r>
            <a:endParaRPr lang="en-US" altLang="zh-Hans-MO" dirty="0"/>
          </a:p>
          <a:p>
            <a:r>
              <a:rPr lang="en-US" altLang="zh-Hans-MO" b="1" dirty="0"/>
              <a:t>Interpreter (</a:t>
            </a:r>
            <a:r>
              <a:rPr lang="en-US" altLang="zh-Hans-MO" b="1" dirty="0" err="1"/>
              <a:t>InterpCx</a:t>
            </a:r>
            <a:r>
              <a:rPr lang="en-US" altLang="zh-Hans-MO" b="1" dirty="0"/>
              <a:t>):</a:t>
            </a:r>
            <a:r>
              <a:rPr lang="en-US" altLang="zh-Hans-MO" dirty="0"/>
              <a:t> Sees a MIR instruction for a memory write.</a:t>
            </a:r>
          </a:p>
          <a:p>
            <a:r>
              <a:rPr lang="en-US" altLang="zh-Hans-MO" b="1" dirty="0"/>
              <a:t>Hook Call:</a:t>
            </a:r>
            <a:r>
              <a:rPr lang="en-US" altLang="zh-Hans-MO" dirty="0"/>
              <a:t> Before writing, it calls the </a:t>
            </a:r>
            <a:r>
              <a:rPr lang="en-US" altLang="zh-Hans-MO" dirty="0" err="1"/>
              <a:t>MiriMachine</a:t>
            </a:r>
            <a:r>
              <a:rPr lang="en-US" altLang="zh-Hans-MO" dirty="0"/>
              <a:t>::</a:t>
            </a:r>
            <a:r>
              <a:rPr lang="en-US" altLang="zh-Hans-MO" dirty="0" err="1"/>
              <a:t>before_memory_write</a:t>
            </a:r>
            <a:r>
              <a:rPr lang="en-US" altLang="zh-Hans-MO" dirty="0"/>
              <a:t> hook.</a:t>
            </a:r>
          </a:p>
          <a:p>
            <a:r>
              <a:rPr lang="en-US" altLang="zh-Hans-MO" b="1" dirty="0" err="1"/>
              <a:t>MiriMachine</a:t>
            </a:r>
            <a:r>
              <a:rPr lang="en-US" altLang="zh-Hans-MO" b="1" dirty="0"/>
              <a:t> Checks:</a:t>
            </a:r>
            <a:r>
              <a:rPr lang="en-US" altLang="zh-Hans-MO" dirty="0"/>
              <a:t> This hook runs a gauntlet of safety checks:</a:t>
            </a:r>
          </a:p>
          <a:p>
            <a:pPr lvl="1"/>
            <a:r>
              <a:rPr lang="en-US" altLang="zh-Hans-MO" b="1" dirty="0"/>
              <a:t>Borrow Checking:</a:t>
            </a:r>
            <a:r>
              <a:rPr lang="en-US" altLang="zh-Hans-MO" dirty="0"/>
              <a:t> Is the pointer tag valid and does it have write permission? (Checks the </a:t>
            </a:r>
            <a:r>
              <a:rPr lang="en-US" altLang="zh-Hans-MO" dirty="0" err="1"/>
              <a:t>borrow_tracker</a:t>
            </a:r>
            <a:r>
              <a:rPr lang="en-US" altLang="zh-Hans-MO" dirty="0"/>
              <a:t>).</a:t>
            </a:r>
          </a:p>
          <a:p>
            <a:pPr lvl="1"/>
            <a:r>
              <a:rPr lang="en-US" altLang="zh-Hans-MO" b="1" dirty="0"/>
              <a:t>Data Race Detection:</a:t>
            </a:r>
            <a:r>
              <a:rPr lang="en-US" altLang="zh-Hans-MO" dirty="0"/>
              <a:t> Does this write conflict with other threads?</a:t>
            </a:r>
          </a:p>
          <a:p>
            <a:pPr lvl="1"/>
            <a:r>
              <a:rPr lang="en-US" altLang="zh-Hans-MO" b="1" dirty="0"/>
              <a:t>Alignment Check:</a:t>
            </a:r>
            <a:r>
              <a:rPr lang="en-US" altLang="zh-Hans-MO" dirty="0"/>
              <a:t> Is the pointer correctly aligned?</a:t>
            </a:r>
          </a:p>
          <a:p>
            <a:r>
              <a:rPr lang="en-US" altLang="zh-Hans-MO" b="1" dirty="0"/>
              <a:t>Execution:</a:t>
            </a:r>
            <a:r>
              <a:rPr lang="en-US" altLang="zh-Hans-MO" dirty="0"/>
              <a:t> If all checks pass, the hook returns Ok, and </a:t>
            </a:r>
            <a:r>
              <a:rPr lang="en-US" altLang="zh-Hans-MO" dirty="0" err="1"/>
              <a:t>InterpCx</a:t>
            </a:r>
            <a:r>
              <a:rPr lang="en-US" altLang="zh-Hans-MO" dirty="0"/>
              <a:t> performs the write in its memory model. If not, it reports a UB error.</a:t>
            </a:r>
          </a:p>
          <a:p>
            <a:endParaRPr lang="zh-Hans-MO" altLang="en-US" dirty="0"/>
          </a:p>
          <a:p>
            <a:endParaRPr lang="zh-Hans-MO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094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ans-MO" dirty="0"/>
              <a:t>`</a:t>
            </a:r>
            <a:r>
              <a:rPr lang="en-US" altLang="zh-Hans-MO" dirty="0" err="1"/>
              <a:t>adjust_global_allocation</a:t>
            </a:r>
            <a:r>
              <a:rPr lang="en-US" altLang="zh-Hans-MO" dirty="0"/>
              <a:t>`:  Called the first time a global static variable is accessed. Global allocations (statics) are provided by the compiler in a generic format. This hook allows the machine to transform them into its own specialized format.</a:t>
            </a:r>
            <a:endParaRPr lang="zh-Hans-MO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3198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5AEA-D1AE-E751-BBCA-20E224E24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0BC6A4-F466-5832-DCD5-B333799F7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A5731F-BF0A-3DEB-393C-7517F7DCB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ans-MO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70B86A-11D2-5AC9-BD3C-BB6C63A35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1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5B6E-11E4-36C4-BA1A-04A5E2C9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AB2A35-0738-D094-F1E0-EED6D1862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F673DA-B6A9-FDD3-5A75-22F59CFE9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ans-MO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343693-19CF-1734-A0E3-DFD1671AE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1549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F24F-A9D7-2A49-BA22-837B5D40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9F9EE9-0D10-7B67-B9E2-BC15CDDD8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402689-591F-7FEC-624A-1531812F6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ans-MO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ECDD6-B3AB-B142-4015-7F13406A6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8717E-F74C-4246-A795-6577BEDC8382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0103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194A483F-9AA2-A24C-BA23-AD5256267A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351" y="399605"/>
            <a:ext cx="2538904" cy="107441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169" y="2028084"/>
            <a:ext cx="10265664" cy="1356406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FB8BDD-FC0A-384D-B32A-D2CC0933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11234-2E12-B147-A4FF-3B498979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FF194-7BE9-7440-90F5-0BA3D1B4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86C05D-29C6-DD43-A707-AAD5F66C1615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B3AEDE27-05BC-DA44-AA23-81C54830A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169" y="2028083"/>
            <a:ext cx="10265664" cy="1376851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9F3DE6-D971-6546-AD7E-4FD54F33CDE7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9AF46F-872C-C04A-AF83-BC1E8674B16A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5C307D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5C307D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3545" y="6060170"/>
            <a:ext cx="252328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3377" y="6055844"/>
            <a:ext cx="65855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51493" y="6060170"/>
            <a:ext cx="120327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025F6F4-386D-EB45-974E-2539ED6C5D65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31443F-5E2C-E54C-9450-204B550B7026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564E91E-AD25-E84D-B251-2B169689F71C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2025/10/13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05D68B-2B7C-394A-9C3F-F982EDB21D95}"/>
              </a:ext>
            </a:extLst>
          </p:cNvPr>
          <p:cNvPicPr/>
          <p:nvPr userDrawn="1"/>
        </p:nvPicPr>
        <p:blipFill rotWithShape="1">
          <a:blip r:embed="rId1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281EDAD2-3671-BF43-AEFB-C5625113F562}"/>
              </a:ext>
            </a:extLst>
          </p:cNvPr>
          <p:cNvSpPr/>
          <p:nvPr userDrawn="1"/>
        </p:nvSpPr>
        <p:spPr>
          <a:xfrm>
            <a:off x="586670" y="651024"/>
            <a:ext cx="80595" cy="900000"/>
          </a:xfrm>
          <a:prstGeom prst="roundRect">
            <a:avLst>
              <a:gd name="adj" fmla="val 0"/>
            </a:avLst>
          </a:prstGeom>
          <a:solidFill>
            <a:srgbClr val="5C307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all">
          <a:solidFill>
            <a:srgbClr val="5C307D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Abstract_syntax_tre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.rust-lang.org/nightly/nightly-rustc/rustc_const_eval/interpret/machine/trait.Machin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尝试让 </a:t>
            </a:r>
            <a:r>
              <a:rPr lang="en-US" altLang="zh-CN" dirty="0"/>
              <a:t>O</a:t>
            </a:r>
            <a:r>
              <a:rPr lang="en-US" altLang="zh-Hans-MO" dirty="0"/>
              <a:t>S-checker </a:t>
            </a:r>
            <a:r>
              <a:rPr lang="zh-CN" altLang="en-US" dirty="0"/>
              <a:t>支持 </a:t>
            </a:r>
            <a:r>
              <a:rPr lang="en-US" altLang="zh-Hans-MO" dirty="0" err="1"/>
              <a:t>KernMiri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罗绍玮</a:t>
            </a:r>
            <a:endParaRPr kumimoji="1" lang="en-US" altLang="zh-CN" dirty="0"/>
          </a:p>
          <a:p>
            <a:r>
              <a:rPr kumimoji="1" lang="zh-CN" altLang="en-US" dirty="0"/>
              <a:t>计</a:t>
            </a:r>
            <a:r>
              <a:rPr kumimoji="1" lang="en-US" altLang="zh-CN" dirty="0"/>
              <a:t>21</a:t>
            </a:r>
          </a:p>
          <a:p>
            <a:r>
              <a:rPr kumimoji="1" lang="en-US" altLang="zh-CN" dirty="0"/>
              <a:t>2025</a:t>
            </a:r>
            <a:r>
              <a:rPr kumimoji="1" lang="zh-CN" altLang="en-US" dirty="0"/>
              <a:t>年</a:t>
            </a:r>
            <a:r>
              <a:rPr kumimoji="1" lang="en-US" altLang="zh-CN" dirty="0"/>
              <a:t>10</a:t>
            </a:r>
            <a:r>
              <a:rPr kumimoji="1" lang="zh-CN" altLang="en-US" dirty="0"/>
              <a:t>月</a:t>
            </a:r>
            <a:r>
              <a:rPr kumimoji="1" lang="en-US" altLang="zh-CN" dirty="0"/>
              <a:t>14</a:t>
            </a:r>
            <a:r>
              <a:rPr kumimoji="1"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7923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988A278-8BB0-4FAB-C0AE-2E70FC6F7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1718774"/>
            <a:ext cx="10178926" cy="4004109"/>
          </a:xfrm>
        </p:spPr>
        <p:txBody>
          <a:bodyPr>
            <a:normAutofit/>
          </a:bodyPr>
          <a:lstStyle/>
          <a:p>
            <a:r>
              <a:rPr lang="zh-CN" altLang="en-US" dirty="0"/>
              <a:t>进展</a:t>
            </a:r>
            <a:endParaRPr lang="en-US" altLang="zh-CN" dirty="0"/>
          </a:p>
          <a:p>
            <a:r>
              <a:rPr lang="en-US" altLang="zh-CN" dirty="0"/>
              <a:t>Miri</a:t>
            </a:r>
          </a:p>
          <a:p>
            <a:pPr lvl="1"/>
            <a:r>
              <a:rPr lang="en-US" altLang="zh-CN" dirty="0" err="1"/>
              <a:t>KernMiri</a:t>
            </a:r>
            <a:endParaRPr lang="en-US" altLang="zh-CN" dirty="0"/>
          </a:p>
          <a:p>
            <a:r>
              <a:rPr lang="zh-CN" altLang="en-US" dirty="0"/>
              <a:t>遇到的问题</a:t>
            </a:r>
            <a:endParaRPr lang="en-US" altLang="zh-CN" dirty="0"/>
          </a:p>
          <a:p>
            <a:r>
              <a:rPr lang="en-US" altLang="zh-CN" dirty="0"/>
              <a:t>Q&amp;A</a:t>
            </a:r>
            <a:endParaRPr lang="zh-Hans-MO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A3D2D7C-2421-0C17-B09C-FAC987BD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405512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A34A-F960-20CA-FBF1-8569D28E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F793F-6F72-1F94-0473-99328E806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目前进展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48FEC9-3BA5-A45F-6AB8-831C6B4D3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0770261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8958E8A-5B60-8B20-1FB1-77B91BEE3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第一周：定选题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第二周：尝试运行 </a:t>
            </a:r>
            <a:r>
              <a:rPr lang="en-US" altLang="zh-CN" sz="2000" dirty="0" err="1"/>
              <a:t>KernMiri</a:t>
            </a:r>
            <a:endParaRPr lang="en-US" altLang="zh-CN" sz="2000" dirty="0"/>
          </a:p>
          <a:p>
            <a:pPr lvl="1"/>
            <a:r>
              <a:rPr lang="zh-CN" altLang="en-US" sz="1800" dirty="0"/>
              <a:t>出现 </a:t>
            </a:r>
            <a:r>
              <a:rPr lang="en-US" altLang="zh-CN" sz="1800" dirty="0"/>
              <a:t>Rust Toolchain </a:t>
            </a:r>
            <a:r>
              <a:rPr lang="zh-CN" altLang="en-US" sz="1800" dirty="0"/>
              <a:t>对不上的问题。因此试图把最新的 </a:t>
            </a:r>
            <a:r>
              <a:rPr lang="en-US" altLang="zh-CN" sz="1800" dirty="0"/>
              <a:t>Miri merge </a:t>
            </a:r>
            <a:r>
              <a:rPr lang="zh-CN" altLang="en-US" sz="1800" dirty="0"/>
              <a:t>回去 </a:t>
            </a:r>
            <a:r>
              <a:rPr lang="en-US" altLang="zh-CN" sz="1800" dirty="0" err="1"/>
              <a:t>KernMiri</a:t>
            </a:r>
            <a:r>
              <a:rPr lang="en-US" altLang="zh-CN" sz="1800" dirty="0"/>
              <a:t> </a:t>
            </a:r>
            <a:r>
              <a:rPr lang="zh-CN" altLang="en-US" sz="1800" dirty="0"/>
              <a:t>上。</a:t>
            </a:r>
            <a:endParaRPr lang="en-US" altLang="zh-CN" sz="1800" dirty="0"/>
          </a:p>
          <a:p>
            <a:pPr marL="0" indent="0">
              <a:buNone/>
            </a:pPr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8DD2BE1-0E2B-128C-3423-1117A89D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前四周进展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1553874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A606-D062-68AC-98DE-D4465179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3DE2503-5EE0-0191-08CE-77CC44388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438" y="1525869"/>
            <a:ext cx="3512151" cy="46704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第三周：用脚本成功编译 </a:t>
            </a:r>
            <a:r>
              <a:rPr lang="en-US" altLang="zh-CN" sz="2000" dirty="0" err="1"/>
              <a:t>KernMiri</a:t>
            </a:r>
            <a:endParaRPr lang="en-US" altLang="zh-CN" sz="2000" dirty="0"/>
          </a:p>
          <a:p>
            <a:pPr lvl="1"/>
            <a:r>
              <a:rPr lang="zh-CN" altLang="en-US" sz="1800" dirty="0"/>
              <a:t>从周积萍学长那得知应用一脚本中使用的 </a:t>
            </a:r>
            <a:r>
              <a:rPr lang="en-US" altLang="zh-CN" sz="1800" dirty="0"/>
              <a:t>`./miri install` </a:t>
            </a:r>
            <a:r>
              <a:rPr lang="zh-CN" altLang="en-US" sz="1800" dirty="0"/>
              <a:t>去编译。（这个藏挺深的</a:t>
            </a:r>
            <a:r>
              <a:rPr lang="en-US" altLang="zh-CN" sz="1800" dirty="0"/>
              <a:t>…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r>
              <a:rPr lang="zh-CN" altLang="en-US" sz="1800" dirty="0"/>
              <a:t>然而编译后发现只能用于 </a:t>
            </a:r>
            <a:r>
              <a:rPr lang="en-US" altLang="zh-CN" sz="1800" dirty="0"/>
              <a:t>`cargo </a:t>
            </a:r>
            <a:r>
              <a:rPr lang="en-US" altLang="zh-CN" sz="1800" dirty="0" err="1"/>
              <a:t>osdk</a:t>
            </a:r>
            <a:r>
              <a:rPr lang="en-US" altLang="zh-CN" sz="1800" dirty="0"/>
              <a:t> miri run/test`</a:t>
            </a:r>
            <a:r>
              <a:rPr lang="zh-CN" altLang="en-US" sz="1800" dirty="0"/>
              <a:t>，并不支持在任意的 </a:t>
            </a:r>
            <a:r>
              <a:rPr lang="en-US" altLang="zh-CN" sz="1800" dirty="0"/>
              <a:t>crate </a:t>
            </a:r>
            <a:r>
              <a:rPr lang="zh-CN" altLang="en-US" sz="1800" dirty="0"/>
              <a:t>上使用 </a:t>
            </a:r>
            <a:r>
              <a:rPr lang="en-US" altLang="zh-CN" sz="1800" dirty="0"/>
              <a:t>`cargo miri run/test`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A359A13-37BC-04FB-F768-697037A4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前四周进展</a:t>
            </a:r>
            <a:endParaRPr lang="zh-Hans-MO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0E9029-4ADE-3E3F-C305-61D1BD3A9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216" y="1666237"/>
            <a:ext cx="7708394" cy="370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43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96CD-1F44-B382-A0F8-EBFAC0F2F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F0CE44-40B7-FB12-AFD5-B60E3955D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98" y="1444061"/>
            <a:ext cx="4868878" cy="46704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第四周：联系上了开发 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的作者</a:t>
            </a:r>
            <a:endParaRPr lang="en-US" altLang="zh-CN" sz="2000" dirty="0"/>
          </a:p>
          <a:p>
            <a:pPr lvl="1"/>
            <a:r>
              <a:rPr lang="zh-CN" altLang="en-US" sz="1800" dirty="0"/>
              <a:t>目前阶段并不支持脱离星绽的 </a:t>
            </a:r>
            <a:r>
              <a:rPr lang="en-US" altLang="zh-CN" sz="1800" dirty="0" err="1"/>
              <a:t>ostd</a:t>
            </a:r>
            <a:r>
              <a:rPr lang="en-US" altLang="zh-CN" sz="1800" dirty="0"/>
              <a:t> </a:t>
            </a:r>
            <a:r>
              <a:rPr lang="zh-CN" altLang="en-US" sz="1800" dirty="0"/>
              <a:t>使用 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lvl="1"/>
            <a:r>
              <a:rPr lang="zh-CN" altLang="en-US" sz="1800" dirty="0"/>
              <a:t>因此只能去熟悉 </a:t>
            </a:r>
            <a:r>
              <a:rPr lang="en-US" altLang="zh-CN" sz="1800" dirty="0"/>
              <a:t>Miri </a:t>
            </a:r>
            <a:r>
              <a:rPr lang="zh-CN" altLang="en-US" sz="1800" dirty="0"/>
              <a:t>以及 </a:t>
            </a:r>
            <a:r>
              <a:rPr lang="en-US" altLang="zh-CN" sz="1800" dirty="0" err="1"/>
              <a:t>KernMiri</a:t>
            </a:r>
            <a:r>
              <a:rPr lang="en-US" altLang="zh-CN" sz="1800" dirty="0"/>
              <a:t> </a:t>
            </a:r>
            <a:r>
              <a:rPr lang="zh-CN" altLang="en-US" sz="1800" dirty="0"/>
              <a:t>的改动，以后续进行优化和脱耦。</a:t>
            </a:r>
            <a:endParaRPr lang="zh-Hans-MO" altLang="en-US" sz="1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2FEAEC6-AAF8-ED48-1DC0-A7766838D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88875"/>
            <a:ext cx="10521388" cy="1015200"/>
          </a:xfrm>
        </p:spPr>
        <p:txBody>
          <a:bodyPr/>
          <a:lstStyle/>
          <a:p>
            <a:r>
              <a:rPr lang="zh-CN" altLang="en-US" dirty="0"/>
              <a:t>前四周进展</a:t>
            </a:r>
            <a:endParaRPr lang="zh-Hans-MO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6948E4-15B8-43D6-7691-36E8202D6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984" y="287655"/>
            <a:ext cx="5781939" cy="40195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37A879-944A-3239-787C-8C3DCA406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" y="3818215"/>
            <a:ext cx="9012622" cy="299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99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C5E4-C610-186A-0160-DA0EB303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3164326-6F1B-65BC-9614-0DE367057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771" y="1674377"/>
            <a:ext cx="10691923" cy="4594748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/>
              <a:t>让 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能脱离星绽，成为一个独立于</a:t>
            </a:r>
            <a:r>
              <a:rPr lang="en-US" altLang="zh-CN" sz="2000" dirty="0"/>
              <a:t>OS</a:t>
            </a:r>
            <a:r>
              <a:rPr lang="zh-CN" altLang="en-US" sz="2000" dirty="0"/>
              <a:t>的检查工具。（这个能做到</a:t>
            </a:r>
            <a:r>
              <a:rPr lang="en-US" altLang="zh-CN" sz="2000" dirty="0" err="1"/>
              <a:t>os</a:t>
            </a:r>
            <a:r>
              <a:rPr lang="en-US" altLang="zh-CN" sz="2000" dirty="0"/>
              <a:t>-checker</a:t>
            </a:r>
            <a:r>
              <a:rPr lang="zh-CN" altLang="en-US" sz="2000" dirty="0"/>
              <a:t>就可以无缝集成）</a:t>
            </a:r>
            <a:endParaRPr lang="en-US" altLang="zh-CN" sz="2000" dirty="0"/>
          </a:p>
          <a:p>
            <a:r>
              <a:rPr lang="zh-CN" altLang="en-US" sz="2000" dirty="0"/>
              <a:t>让 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支持最新的星绽分支。（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一开始只是专门为论文服务的）</a:t>
            </a:r>
            <a:endParaRPr lang="en-US" altLang="zh-CN" sz="2000" dirty="0"/>
          </a:p>
          <a:p>
            <a:pPr>
              <a:buFontTx/>
              <a:buChar char="-"/>
            </a:pPr>
            <a:endParaRPr lang="en-US" altLang="zh-CN" sz="2000" dirty="0"/>
          </a:p>
          <a:p>
            <a:r>
              <a:rPr lang="en-US" altLang="zh-CN" sz="2000" dirty="0"/>
              <a:t>From </a:t>
            </a:r>
            <a:r>
              <a:rPr lang="en-US" altLang="zh-CN" sz="2000" dirty="0" err="1"/>
              <a:t>KernMiri</a:t>
            </a:r>
            <a:r>
              <a:rPr lang="zh-CN" altLang="en-US" sz="2000" dirty="0"/>
              <a:t>作者，陈澄钧工程师：</a:t>
            </a:r>
            <a:endParaRPr lang="en-US" altLang="zh-Hans-MO" sz="2000" dirty="0"/>
          </a:p>
          <a:p>
            <a:pPr marL="666892" lvl="1" indent="-342900">
              <a:buFont typeface="+mj-lt"/>
              <a:buAutoNum type="arabicPeriod"/>
            </a:pPr>
            <a:r>
              <a:rPr lang="zh-CN" altLang="en-US" sz="1800" dirty="0"/>
              <a:t>熟悉现有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代码和架构，理解其相关设计。并优化一些代码组织和实现性能等问题。</a:t>
            </a:r>
          </a:p>
          <a:p>
            <a:pPr marL="666892" lvl="1" indent="-342900">
              <a:buFont typeface="+mj-lt"/>
              <a:buAutoNum type="arabicPeriod"/>
            </a:pPr>
            <a:r>
              <a:rPr lang="zh-CN" altLang="en-US" sz="1800" dirty="0"/>
              <a:t>在星绽方面的适配，主要让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可以适配</a:t>
            </a:r>
            <a:r>
              <a:rPr lang="en-US" altLang="zh-CN" sz="1800" dirty="0" err="1"/>
              <a:t>osdk</a:t>
            </a:r>
            <a:r>
              <a:rPr lang="zh-CN" altLang="en-US" sz="1800" dirty="0"/>
              <a:t>和</a:t>
            </a:r>
            <a:r>
              <a:rPr lang="en-US" altLang="zh-CN" sz="1800" dirty="0" err="1"/>
              <a:t>ktest</a:t>
            </a:r>
            <a:r>
              <a:rPr lang="zh-CN" altLang="en-US" sz="1800" dirty="0"/>
              <a:t>框架</a:t>
            </a:r>
          </a:p>
          <a:p>
            <a:pPr marL="666892" lvl="1" indent="-342900">
              <a:buFont typeface="+mj-lt"/>
              <a:buAutoNum type="arabicPeriod"/>
            </a:pPr>
            <a:r>
              <a:rPr lang="zh-CN" altLang="en-US" sz="1800" dirty="0"/>
              <a:t>调研若干</a:t>
            </a:r>
            <a:r>
              <a:rPr lang="en-US" altLang="zh-CN" sz="1800" dirty="0"/>
              <a:t>Rust OS</a:t>
            </a:r>
            <a:r>
              <a:rPr lang="zh-CN" altLang="en-US" sz="1800" dirty="0"/>
              <a:t>，研究移植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所需要的</a:t>
            </a:r>
            <a:r>
              <a:rPr lang="en-US" altLang="zh-CN" sz="1800" dirty="0"/>
              <a:t>shims</a:t>
            </a:r>
            <a:r>
              <a:rPr lang="zh-CN" altLang="en-US" sz="1800" dirty="0"/>
              <a:t>，确定最终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所需要提供的接口。</a:t>
            </a:r>
          </a:p>
          <a:p>
            <a:pPr marL="666892" lvl="1" indent="-342900">
              <a:buFont typeface="+mj-lt"/>
              <a:buAutoNum type="arabicPeriod"/>
            </a:pPr>
            <a:r>
              <a:rPr lang="zh-CN" altLang="en-US" sz="1800" dirty="0"/>
              <a:t>用户友好性加强，让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的配置性提高，且不影响</a:t>
            </a:r>
            <a:r>
              <a:rPr lang="en-US" altLang="zh-CN" sz="1800" dirty="0"/>
              <a:t>miri</a:t>
            </a:r>
            <a:r>
              <a:rPr lang="zh-CN" altLang="en-US" sz="1800" dirty="0"/>
              <a:t>其他场景下的使用。同时努力做到让用户</a:t>
            </a:r>
            <a:r>
              <a:rPr lang="en-US" altLang="zh-CN" sz="1800" dirty="0" err="1"/>
              <a:t>os</a:t>
            </a:r>
            <a:r>
              <a:rPr lang="zh-CN" altLang="en-US" sz="1800" dirty="0"/>
              <a:t>所需要的侵入式改动能容易地被</a:t>
            </a:r>
            <a:r>
              <a:rPr lang="en-US" altLang="zh-CN" sz="1800" dirty="0" err="1"/>
              <a:t>cfg</a:t>
            </a:r>
            <a:r>
              <a:rPr lang="zh-CN" altLang="en-US" sz="1800" dirty="0"/>
              <a:t>滤去。</a:t>
            </a:r>
          </a:p>
          <a:p>
            <a:pPr marL="666892" lvl="1" indent="-342900">
              <a:buFont typeface="+mj-lt"/>
              <a:buAutoNum type="arabicPeriod"/>
            </a:pPr>
            <a:r>
              <a:rPr lang="zh-CN" altLang="en-US" sz="1800" dirty="0"/>
              <a:t>完善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实现和功能；目前</a:t>
            </a:r>
            <a:r>
              <a:rPr lang="en-US" altLang="zh-CN" sz="1800" dirty="0" err="1"/>
              <a:t>kernmiri</a:t>
            </a:r>
            <a:r>
              <a:rPr lang="zh-CN" altLang="en-US" sz="1800" dirty="0"/>
              <a:t>模拟多核的实现上仍有欠缺；同时可以进一步之前可检查的</a:t>
            </a:r>
            <a:r>
              <a:rPr lang="en-US" altLang="zh-CN" sz="1800" dirty="0" err="1"/>
              <a:t>os</a:t>
            </a:r>
            <a:r>
              <a:rPr lang="en-US" altLang="zh-CN" sz="1800" dirty="0"/>
              <a:t> </a:t>
            </a:r>
            <a:r>
              <a:rPr lang="en-US" altLang="zh-CN" sz="1800" dirty="0" err="1"/>
              <a:t>ub</a:t>
            </a:r>
            <a:r>
              <a:rPr lang="zh-CN" altLang="en-US" sz="1800" dirty="0"/>
              <a:t>。</a:t>
            </a:r>
            <a:endParaRPr lang="zh-Hans-MO" altLang="en-US" sz="1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9558A1E-B075-3137-484F-CF951F42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88875"/>
            <a:ext cx="10521388" cy="1015200"/>
          </a:xfrm>
        </p:spPr>
        <p:txBody>
          <a:bodyPr/>
          <a:lstStyle/>
          <a:p>
            <a:r>
              <a:rPr lang="zh-CN" altLang="en-US" dirty="0"/>
              <a:t>接下来的可选的工作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0191017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6D354-B62D-2D44-EC06-E2CA888E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7EB29-B7DC-F462-2A46-B8A8FEB3E6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Miri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52B503-C4F0-43EB-A142-5736EE9982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altLang="zh-Hans-MO" dirty="0"/>
              <a:t>what’s miri</a:t>
            </a:r>
          </a:p>
          <a:p>
            <a:pPr marL="342900" indent="-342900">
              <a:buFontTx/>
              <a:buChar char="-"/>
            </a:pPr>
            <a:r>
              <a:rPr lang="en-US" altLang="zh-Hans-MO" dirty="0"/>
              <a:t>How it works</a:t>
            </a:r>
          </a:p>
          <a:p>
            <a:pPr marL="342900" indent="-342900">
              <a:buFontTx/>
              <a:buChar char="-"/>
            </a:pP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373612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D0B6-63F6-B35E-F048-2F16DB97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6E04CF7-0151-0D37-1EE8-CB1B81768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445" y="2012176"/>
            <a:ext cx="10995546" cy="4252400"/>
          </a:xfrm>
        </p:spPr>
        <p:txBody>
          <a:bodyPr>
            <a:normAutofit lnSpcReduction="10000"/>
          </a:bodyPr>
          <a:lstStyle/>
          <a:p>
            <a:r>
              <a:rPr lang="zh-CN" altLang="en-US" sz="2000" dirty="0"/>
              <a:t>未定义行为 </a:t>
            </a:r>
            <a:r>
              <a:rPr lang="en-US" altLang="zh-CN" sz="2000" dirty="0"/>
              <a:t>(Undefined Behavior, UB) </a:t>
            </a:r>
            <a:r>
              <a:rPr lang="zh-CN" altLang="en-US" sz="2000" dirty="0"/>
              <a:t>侦测器</a:t>
            </a:r>
            <a:endParaRPr lang="en-US" altLang="zh-CN" sz="2000" dirty="0"/>
          </a:p>
          <a:p>
            <a:pPr lvl="1"/>
            <a:r>
              <a:rPr lang="en-US" altLang="zh-CN" sz="1800" dirty="0"/>
              <a:t>UB </a:t>
            </a:r>
            <a:r>
              <a:rPr lang="zh-CN" altLang="en-US" sz="1800" dirty="0"/>
              <a:t>可能导致不可预测的错误，安全漏洞，或在不同平台</a:t>
            </a:r>
            <a:r>
              <a:rPr lang="en-US" altLang="zh-CN" sz="1800" dirty="0"/>
              <a:t>/</a:t>
            </a:r>
            <a:r>
              <a:rPr lang="zh-CN" altLang="en-US" sz="1800" dirty="0"/>
              <a:t>编译器版本下产生不同结果。</a:t>
            </a:r>
            <a:endParaRPr lang="en-US" altLang="zh-CN" sz="1800" dirty="0"/>
          </a:p>
          <a:p>
            <a:pPr lvl="1"/>
            <a:r>
              <a:rPr lang="zh-CN" altLang="en-US" sz="1800" dirty="0"/>
              <a:t>如越界存取，悬空指标，未初始化的记内存读取，违反别名规则 </a:t>
            </a:r>
            <a:r>
              <a:rPr lang="en-US" altLang="zh-CN" sz="1800" dirty="0"/>
              <a:t>(Aliasing Rules)</a:t>
            </a:r>
            <a:r>
              <a:rPr lang="zh-CN" altLang="en-US" sz="1800" dirty="0"/>
              <a:t>，无效的型别转换等。</a:t>
            </a:r>
            <a:endParaRPr lang="en-US" altLang="zh-CN" sz="1800" dirty="0"/>
          </a:p>
          <a:p>
            <a:endParaRPr lang="en-US" altLang="zh-CN" sz="2000" dirty="0"/>
          </a:p>
          <a:p>
            <a:r>
              <a:rPr lang="zh-CN" altLang="en-US" sz="2000" dirty="0"/>
              <a:t>确保 </a:t>
            </a:r>
            <a:r>
              <a:rPr lang="en-US" altLang="zh-CN" sz="2000" dirty="0"/>
              <a:t>unsafe </a:t>
            </a:r>
            <a:r>
              <a:rPr lang="zh-CN" altLang="en-US" sz="2000" dirty="0"/>
              <a:t>程式码的正确性</a:t>
            </a:r>
            <a:endParaRPr lang="en-US" altLang="zh-CN" sz="2000" dirty="0"/>
          </a:p>
          <a:p>
            <a:pPr lvl="1"/>
            <a:r>
              <a:rPr lang="en-US" altLang="zh-CN" sz="1800" dirty="0"/>
              <a:t>Safe Rust </a:t>
            </a:r>
            <a:r>
              <a:rPr lang="zh-CN" altLang="en-US" sz="1800" dirty="0"/>
              <a:t>并不能确保 </a:t>
            </a:r>
            <a:r>
              <a:rPr lang="en-US" altLang="zh-CN" sz="1800" dirty="0"/>
              <a:t>unsafe </a:t>
            </a:r>
            <a:r>
              <a:rPr lang="zh-CN" altLang="en-US" sz="1800" dirty="0"/>
              <a:t>的正确性。</a:t>
            </a:r>
            <a:r>
              <a:rPr lang="en-US" altLang="zh-CN" sz="1800" dirty="0"/>
              <a:t>Miri </a:t>
            </a:r>
            <a:r>
              <a:rPr lang="zh-CN" altLang="en-US" sz="1800" dirty="0"/>
              <a:t>可以验证这些 </a:t>
            </a:r>
            <a:r>
              <a:rPr lang="en-US" altLang="zh-CN" sz="1800" dirty="0"/>
              <a:t>un​​safe </a:t>
            </a:r>
            <a:r>
              <a:rPr lang="zh-CN" altLang="en-US" sz="1800" dirty="0"/>
              <a:t>区块是否真正安全的重要工具。</a:t>
            </a:r>
            <a:endParaRPr lang="en-US" altLang="zh-CN" sz="1800" dirty="0"/>
          </a:p>
          <a:p>
            <a:pPr lvl="1"/>
            <a:r>
              <a:rPr lang="zh-CN" altLang="en-US" sz="1800" dirty="0"/>
              <a:t>（但 </a:t>
            </a:r>
            <a:r>
              <a:rPr lang="en-US" altLang="zh-CN" sz="1800" dirty="0"/>
              <a:t>Miri </a:t>
            </a:r>
            <a:r>
              <a:rPr lang="zh-CN" altLang="en-US" sz="1800" dirty="0"/>
              <a:t>不是万能的，他没检测出来不代表没有错。但检测到了就是一定有错。）</a:t>
            </a:r>
            <a:endParaRPr lang="en-US" altLang="zh-CN" sz="1800" dirty="0"/>
          </a:p>
          <a:p>
            <a:endParaRPr lang="en-US" altLang="zh-CN" sz="2000" dirty="0"/>
          </a:p>
          <a:p>
            <a:r>
              <a:rPr lang="zh-CN" altLang="en-US" sz="2000" dirty="0"/>
              <a:t>运行速度会慢 </a:t>
            </a:r>
            <a:r>
              <a:rPr lang="en-US" altLang="zh-CN" sz="2000" dirty="0"/>
              <a:t>100~1000 </a:t>
            </a:r>
            <a:r>
              <a:rPr lang="zh-CN" altLang="en-US" sz="2000" dirty="0"/>
              <a:t>倍</a:t>
            </a:r>
            <a:endParaRPr lang="en-US" altLang="zh-CN" sz="2000" dirty="0"/>
          </a:p>
          <a:p>
            <a:pPr lvl="1"/>
            <a:r>
              <a:rPr lang="zh-CN" altLang="en-US" sz="1800" dirty="0"/>
              <a:t>因为他是 </a:t>
            </a:r>
            <a:r>
              <a:rPr lang="en-US" altLang="zh-CN" sz="1800" dirty="0"/>
              <a:t>interpret </a:t>
            </a:r>
            <a:r>
              <a:rPr lang="zh-CN" altLang="en-US" sz="1800" dirty="0"/>
              <a:t>去运行的。</a:t>
            </a:r>
            <a:endParaRPr lang="zh-Hans-MO" altLang="en-US" sz="1800" dirty="0"/>
          </a:p>
          <a:p>
            <a:endParaRPr lang="en-US" altLang="zh-Hans-MO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F43E93-1FED-6920-3677-F3076285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Miri(WHAT)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572118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166F8-9162-B6FE-8662-8FEAB3B7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0B77B39-F471-B0D6-127C-1D10EA78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Miri(HOW)</a:t>
            </a:r>
            <a:endParaRPr lang="zh-Hans-MO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13885CAC-0F0C-779A-029C-AAB06F04E7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472522"/>
              </p:ext>
            </p:extLst>
          </p:nvPr>
        </p:nvGraphicFramePr>
        <p:xfrm>
          <a:off x="803124" y="4307089"/>
          <a:ext cx="10585751" cy="1649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内容占位符 5">
            <a:extLst>
              <a:ext uri="{FF2B5EF4-FFF2-40B4-BE49-F238E27FC236}">
                <a16:creationId xmlns:a16="http://schemas.microsoft.com/office/drawing/2014/main" id="{64671300-6AD5-CCF9-6344-FF8F10F287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1331984"/>
              </p:ext>
            </p:extLst>
          </p:nvPr>
        </p:nvGraphicFramePr>
        <p:xfrm>
          <a:off x="803124" y="1871250"/>
          <a:ext cx="10585751" cy="1649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C57946A-12AC-F395-09C8-0A9BA0D60FF1}"/>
              </a:ext>
            </a:extLst>
          </p:cNvPr>
          <p:cNvCxnSpPr/>
          <p:nvPr/>
        </p:nvCxnSpPr>
        <p:spPr>
          <a:xfrm>
            <a:off x="211360" y="4115843"/>
            <a:ext cx="1177801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AB41A69-97D0-B19C-55CC-81F802E20DDF}"/>
              </a:ext>
            </a:extLst>
          </p:cNvPr>
          <p:cNvSpPr txBox="1"/>
          <p:nvPr/>
        </p:nvSpPr>
        <p:spPr>
          <a:xfrm>
            <a:off x="496203" y="5849630"/>
            <a:ext cx="2462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C to Executable process</a:t>
            </a:r>
            <a:endParaRPr lang="zh-Hans-MO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B6A2D7-33BC-60F2-3235-4788908FBFC8}"/>
              </a:ext>
            </a:extLst>
          </p:cNvPr>
          <p:cNvSpPr txBox="1"/>
          <p:nvPr/>
        </p:nvSpPr>
        <p:spPr>
          <a:xfrm>
            <a:off x="464022" y="3635939"/>
            <a:ext cx="4347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Rust to Executable process (cargo run/build)</a:t>
            </a:r>
            <a:endParaRPr lang="zh-Hans-MO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F7D593-1BBE-1ECD-E83B-A19481E5E299}"/>
              </a:ext>
            </a:extLst>
          </p:cNvPr>
          <p:cNvSpPr txBox="1"/>
          <p:nvPr/>
        </p:nvSpPr>
        <p:spPr>
          <a:xfrm>
            <a:off x="5777813" y="335646"/>
            <a:ext cx="63186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Hans-MO" dirty="0"/>
              <a:t>High-level Intermediate Representation(HIR)</a:t>
            </a:r>
          </a:p>
          <a:p>
            <a:pPr algn="r"/>
            <a:r>
              <a:rPr lang="en-US" altLang="zh-Hans-MO" dirty="0"/>
              <a:t>Mid-level Intermediate Representation (MIR)</a:t>
            </a:r>
          </a:p>
          <a:p>
            <a:pPr algn="r"/>
            <a:r>
              <a:rPr lang="en-US" altLang="zh-Hans-MO" dirty="0"/>
              <a:t>Low-level Virtual Machine Intermediate Representation (LLVM IR)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811767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25D4C-69E4-175F-5C5F-733188D2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167C6FC-8FE5-E9F3-D551-C0E613A6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MIRI(HOW)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9038C6-9CCF-12BA-514A-75B8064B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030" y="1035139"/>
            <a:ext cx="5239977" cy="17370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A4E88A-E76B-AD89-332E-0D93499C0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240" y="3473249"/>
            <a:ext cx="4442345" cy="20570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87542F4-E555-9B6B-C0EB-3F2EE834A34B}"/>
              </a:ext>
            </a:extLst>
          </p:cNvPr>
          <p:cNvSpPr txBox="1"/>
          <p:nvPr/>
        </p:nvSpPr>
        <p:spPr>
          <a:xfrm>
            <a:off x="7824717" y="674906"/>
            <a:ext cx="1815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Rust source code</a:t>
            </a:r>
            <a:endParaRPr lang="zh-Hans-MO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2575A8-5B07-7170-5835-D145110175CD}"/>
              </a:ext>
            </a:extLst>
          </p:cNvPr>
          <p:cNvSpPr txBox="1"/>
          <p:nvPr/>
        </p:nvSpPr>
        <p:spPr>
          <a:xfrm>
            <a:off x="7708831" y="3103917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</a:t>
            </a:r>
            <a:r>
              <a:rPr lang="en-US" altLang="zh-Hans-MO" dirty="0"/>
              <a:t>IR demo(Conceptual)</a:t>
            </a:r>
            <a:endParaRPr lang="zh-Hans-MO" altLang="en-US" dirty="0"/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B2819648-CD0C-9C82-7D14-89DD344F0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0" y="2662640"/>
            <a:ext cx="5503171" cy="3678303"/>
          </a:xfrm>
        </p:spPr>
        <p:txBody>
          <a:bodyPr>
            <a:normAutofit/>
          </a:bodyPr>
          <a:lstStyle/>
          <a:p>
            <a:r>
              <a:rPr lang="en-US" altLang="zh-Hans-MO" sz="2000" dirty="0"/>
              <a:t>HIR </a:t>
            </a:r>
            <a:r>
              <a:rPr lang="zh-CN" altLang="en-US" sz="2000" dirty="0"/>
              <a:t>其实和编译器构造出的</a:t>
            </a:r>
            <a:r>
              <a:rPr lang="zh-CN" altLang="en-US" sz="2000" dirty="0">
                <a:solidFill>
                  <a:schemeClr val="accent1"/>
                </a:solidFill>
              </a:rPr>
              <a:t>抽象语法树</a:t>
            </a:r>
            <a:r>
              <a:rPr lang="en-US" altLang="zh-CN" sz="2000" dirty="0"/>
              <a:t>(</a:t>
            </a:r>
            <a:r>
              <a:rPr lang="en-US" altLang="zh-Hans-MO" sz="2000" u="sng" dirty="0">
                <a:hlinkClick r:id="rId4"/>
              </a:rPr>
              <a:t>Abstract Syntax Tree</a:t>
            </a:r>
            <a:r>
              <a:rPr lang="en-US" altLang="zh-CN" sz="2000" dirty="0"/>
              <a:t>) AST</a:t>
            </a:r>
            <a:r>
              <a:rPr lang="zh-CN" altLang="en-US" sz="2000" dirty="0"/>
              <a:t> 差不太多。</a:t>
            </a:r>
            <a:endParaRPr lang="en-US" altLang="zh-CN" sz="2000" dirty="0"/>
          </a:p>
          <a:p>
            <a:endParaRPr lang="en-US" altLang="zh-Hans-MO" sz="2000" dirty="0"/>
          </a:p>
          <a:p>
            <a:r>
              <a:rPr lang="zh-CN" altLang="en-US" sz="2000" dirty="0"/>
              <a:t>主要用于</a:t>
            </a:r>
            <a:r>
              <a:rPr lang="zh-CN" altLang="en-US" sz="2000" b="1" dirty="0">
                <a:solidFill>
                  <a:schemeClr val="accent1"/>
                </a:solidFill>
              </a:rPr>
              <a:t>词法</a:t>
            </a:r>
            <a:r>
              <a:rPr lang="zh-CN" altLang="en-US" sz="2000" dirty="0"/>
              <a:t>和</a:t>
            </a:r>
            <a:r>
              <a:rPr lang="zh-CN" altLang="en-US" sz="2000" b="1" dirty="0">
                <a:solidFill>
                  <a:schemeClr val="accent1"/>
                </a:solidFill>
              </a:rPr>
              <a:t>语法</a:t>
            </a:r>
            <a:r>
              <a:rPr lang="zh-CN" altLang="en-US" sz="2000" dirty="0"/>
              <a:t>的分析</a:t>
            </a:r>
            <a:r>
              <a:rPr lang="zh-CN" altLang="en-US" sz="2000" b="1" dirty="0"/>
              <a:t>。</a:t>
            </a:r>
            <a:endParaRPr lang="zh-Hans-MO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6BB565-515F-3920-E453-87299F7878E2}"/>
              </a:ext>
            </a:extLst>
          </p:cNvPr>
          <p:cNvSpPr txBox="1"/>
          <p:nvPr/>
        </p:nvSpPr>
        <p:spPr>
          <a:xfrm>
            <a:off x="538800" y="1990370"/>
            <a:ext cx="4835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Hans-MO" sz="2000" dirty="0"/>
              <a:t>High-level Intermediate Representation(HIR)</a:t>
            </a:r>
          </a:p>
        </p:txBody>
      </p:sp>
    </p:spTree>
    <p:extLst>
      <p:ext uri="{BB962C8B-B14F-4D97-AF65-F5344CB8AC3E}">
        <p14:creationId xmlns:p14="http://schemas.microsoft.com/office/powerpoint/2010/main" val="2633169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97AF6-D04E-3F63-A63B-D50117D30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1DC389-7042-0F0F-228C-F0445E32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MIRI(HOW)</a:t>
            </a:r>
            <a:endParaRPr lang="zh-Hans-MO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0F2741A-370E-BE8A-9B49-AFC0962D7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349" y="950434"/>
            <a:ext cx="4442345" cy="205708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BF0A632-A008-5F82-7288-C03152134D7B}"/>
              </a:ext>
            </a:extLst>
          </p:cNvPr>
          <p:cNvSpPr txBox="1"/>
          <p:nvPr/>
        </p:nvSpPr>
        <p:spPr>
          <a:xfrm>
            <a:off x="7949940" y="581102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</a:t>
            </a:r>
            <a:r>
              <a:rPr lang="en-US" altLang="zh-Hans-MO" dirty="0"/>
              <a:t>IR demo(Conceptual)</a:t>
            </a:r>
            <a:endParaRPr lang="zh-Hans-MO" altLang="en-US" dirty="0"/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DEEEF399-C6FC-609A-170D-0A9C431ED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800" y="2662640"/>
            <a:ext cx="5611791" cy="367830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把代码用</a:t>
            </a:r>
            <a:r>
              <a:rPr lang="zh-CN" altLang="en-US" sz="2000" b="1" dirty="0">
                <a:solidFill>
                  <a:schemeClr val="accent1"/>
                </a:solidFill>
              </a:rPr>
              <a:t>控制流图 </a:t>
            </a:r>
            <a:r>
              <a:rPr lang="en-US" altLang="zh-CN" sz="2000" dirty="0"/>
              <a:t>(Control Flow Graph , CFG)</a:t>
            </a:r>
            <a:r>
              <a:rPr lang="zh-CN" altLang="en-US" sz="2000" dirty="0"/>
              <a:t>的方式表示，并以此分配虚拟寄存器给个变量。</a:t>
            </a:r>
            <a:endParaRPr lang="en-US" altLang="zh-CN" sz="2000" dirty="0"/>
          </a:p>
          <a:p>
            <a:endParaRPr lang="en-US" altLang="zh-Hans-MO" sz="2000" dirty="0"/>
          </a:p>
          <a:p>
            <a:r>
              <a:rPr lang="en-US" altLang="zh-CN" sz="2000" dirty="0"/>
              <a:t>Rust </a:t>
            </a:r>
            <a:r>
              <a:rPr lang="zh-CN" altLang="en-US" sz="2000" dirty="0"/>
              <a:t>就是在此阶段进行 </a:t>
            </a:r>
            <a:r>
              <a:rPr lang="en-US" altLang="zh-Hans-MO" sz="2000" b="1" dirty="0">
                <a:solidFill>
                  <a:schemeClr val="accent1"/>
                </a:solidFill>
              </a:rPr>
              <a:t>borrow checking </a:t>
            </a:r>
            <a:r>
              <a:rPr lang="zh-CN" altLang="en-US" sz="2000" dirty="0"/>
              <a:t>以及一些生命周期的检查。</a:t>
            </a:r>
            <a:endParaRPr lang="en-US" altLang="zh-CN" sz="2000" dirty="0"/>
          </a:p>
          <a:p>
            <a:endParaRPr lang="en-US" altLang="zh-Hans-MO" sz="2000" dirty="0"/>
          </a:p>
          <a:p>
            <a:r>
              <a:rPr lang="zh-CN" altLang="en-US" sz="2000" dirty="0"/>
              <a:t>同时大部分的优化也是在这个阶段进行。</a:t>
            </a:r>
            <a:endParaRPr lang="zh-Hans-MO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3FEEFD-3184-5778-6DEE-A7B852B0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110" y="4076593"/>
            <a:ext cx="6034822" cy="11652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24B401E-843F-34EA-792E-1BBB90894AD0}"/>
              </a:ext>
            </a:extLst>
          </p:cNvPr>
          <p:cNvSpPr txBox="1"/>
          <p:nvPr/>
        </p:nvSpPr>
        <p:spPr>
          <a:xfrm>
            <a:off x="8043200" y="3622278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</a:t>
            </a:r>
            <a:r>
              <a:rPr lang="en-US" altLang="zh-Hans-MO" dirty="0"/>
              <a:t>IR demo(Conceptual)</a:t>
            </a:r>
            <a:endParaRPr lang="zh-Hans-MO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5353F6-BB3A-1934-00B0-39D288EBDB04}"/>
              </a:ext>
            </a:extLst>
          </p:cNvPr>
          <p:cNvSpPr txBox="1"/>
          <p:nvPr/>
        </p:nvSpPr>
        <p:spPr>
          <a:xfrm>
            <a:off x="548417" y="1990370"/>
            <a:ext cx="48256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Hans-MO" sz="2000" dirty="0"/>
              <a:t>Mid-level Intermediate Representation (MIR)</a:t>
            </a:r>
          </a:p>
        </p:txBody>
      </p:sp>
    </p:spTree>
    <p:extLst>
      <p:ext uri="{BB962C8B-B14F-4D97-AF65-F5344CB8AC3E}">
        <p14:creationId xmlns:p14="http://schemas.microsoft.com/office/powerpoint/2010/main" val="892672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A21A-265E-6932-63F7-A1420363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14459F-2E4B-0587-B54C-18056282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MIRI(HOW)</a:t>
            </a:r>
            <a:endParaRPr lang="zh-Hans-MO" altLang="en-US" dirty="0"/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C96D5F3E-703C-7C2C-4DE6-D667346C6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86" y="3140311"/>
            <a:ext cx="4770179" cy="367830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构造一个于目标平台无关的，高质的类似</a:t>
            </a:r>
            <a:r>
              <a:rPr lang="en-US" altLang="zh-CN" sz="2000" dirty="0"/>
              <a:t>A</a:t>
            </a:r>
            <a:r>
              <a:rPr lang="en-US" altLang="zh-Hans-MO" sz="2000" dirty="0"/>
              <a:t>ssembly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Hans-MO" sz="2000" dirty="0"/>
          </a:p>
          <a:p>
            <a:r>
              <a:rPr lang="zh-CN" altLang="en-US" sz="2000" dirty="0"/>
              <a:t>接下来就可以直接用他去生成对应平台 </a:t>
            </a:r>
            <a:r>
              <a:rPr lang="en-US" altLang="zh-CN" sz="2000" dirty="0"/>
              <a:t>(x86, </a:t>
            </a:r>
            <a:r>
              <a:rPr lang="en-US" altLang="zh-CN" sz="2000" dirty="0" err="1"/>
              <a:t>riscv</a:t>
            </a:r>
            <a:r>
              <a:rPr lang="en-US" altLang="zh-CN" sz="2000" dirty="0"/>
              <a:t>, etc.) </a:t>
            </a:r>
            <a:r>
              <a:rPr lang="zh-CN" altLang="en-US" sz="2000" dirty="0"/>
              <a:t>的汇编代码了。</a:t>
            </a:r>
            <a:endParaRPr lang="zh-Hans-MO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5690B1-A070-E47B-BBCB-000EB001F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6" y="1047739"/>
            <a:ext cx="6034822" cy="11652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36058A-6C43-590F-9BE5-F6963B4A05CC}"/>
              </a:ext>
            </a:extLst>
          </p:cNvPr>
          <p:cNvSpPr txBox="1"/>
          <p:nvPr/>
        </p:nvSpPr>
        <p:spPr>
          <a:xfrm>
            <a:off x="7943116" y="593424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</a:t>
            </a:r>
            <a:r>
              <a:rPr lang="en-US" altLang="zh-Hans-MO" dirty="0"/>
              <a:t>IR demo(Conceptual)</a:t>
            </a:r>
            <a:endParaRPr lang="zh-Hans-MO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8BF6BD-E8FC-0E52-C129-9AC46E334549}"/>
              </a:ext>
            </a:extLst>
          </p:cNvPr>
          <p:cNvSpPr txBox="1"/>
          <p:nvPr/>
        </p:nvSpPr>
        <p:spPr>
          <a:xfrm>
            <a:off x="620686" y="1977956"/>
            <a:ext cx="43027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Hans-MO" sz="2000" dirty="0"/>
              <a:t>Low-level Virtual Machine Intermediate </a:t>
            </a:r>
          </a:p>
          <a:p>
            <a:pPr algn="ctr"/>
            <a:r>
              <a:rPr lang="en-US" altLang="zh-Hans-MO" sz="2000" dirty="0"/>
              <a:t>Representation (LLVM IR)</a:t>
            </a:r>
            <a:endParaRPr lang="zh-Hans-MO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5DE17E-B763-7197-EC6C-90A446DDA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616" y="3714353"/>
            <a:ext cx="4938035" cy="18612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5554D33-3BA2-E01D-D317-0FA605BFB461}"/>
              </a:ext>
            </a:extLst>
          </p:cNvPr>
          <p:cNvSpPr txBox="1"/>
          <p:nvPr/>
        </p:nvSpPr>
        <p:spPr>
          <a:xfrm>
            <a:off x="7904735" y="3341945"/>
            <a:ext cx="279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LLVM IR</a:t>
            </a:r>
            <a:r>
              <a:rPr lang="en-US" altLang="zh-Hans-MO" dirty="0"/>
              <a:t> demo(Conceptual)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30913904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C13DD1-C613-8BFF-3BFC-67BA8E12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Miri(HOW)</a:t>
            </a:r>
            <a:endParaRPr lang="zh-Hans-MO" altLang="en-US" dirty="0"/>
          </a:p>
        </p:txBody>
      </p:sp>
      <p:graphicFrame>
        <p:nvGraphicFramePr>
          <p:cNvPr id="4" name="内容占位符 5">
            <a:extLst>
              <a:ext uri="{FF2B5EF4-FFF2-40B4-BE49-F238E27FC236}">
                <a16:creationId xmlns:a16="http://schemas.microsoft.com/office/drawing/2014/main" id="{B6A8099A-5F9D-0309-72D7-CE054B0B37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817779"/>
              </p:ext>
            </p:extLst>
          </p:nvPr>
        </p:nvGraphicFramePr>
        <p:xfrm>
          <a:off x="803124" y="4039595"/>
          <a:ext cx="10585751" cy="1649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3C6E93F-570E-99CA-CC10-D16AF69B2362}"/>
              </a:ext>
            </a:extLst>
          </p:cNvPr>
          <p:cNvCxnSpPr/>
          <p:nvPr/>
        </p:nvCxnSpPr>
        <p:spPr>
          <a:xfrm>
            <a:off x="282054" y="3853217"/>
            <a:ext cx="1177801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E306639-9B22-1059-5BB7-9CD48F1348FA}"/>
              </a:ext>
            </a:extLst>
          </p:cNvPr>
          <p:cNvSpPr txBox="1"/>
          <p:nvPr/>
        </p:nvSpPr>
        <p:spPr>
          <a:xfrm>
            <a:off x="464022" y="5728479"/>
            <a:ext cx="4347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Rust to Executable process (cargo run/build)</a:t>
            </a:r>
            <a:endParaRPr lang="zh-Hans-MO" altLang="en-US" dirty="0"/>
          </a:p>
        </p:txBody>
      </p:sp>
      <p:graphicFrame>
        <p:nvGraphicFramePr>
          <p:cNvPr id="7" name="内容占位符 5">
            <a:extLst>
              <a:ext uri="{FF2B5EF4-FFF2-40B4-BE49-F238E27FC236}">
                <a16:creationId xmlns:a16="http://schemas.microsoft.com/office/drawing/2014/main" id="{1D1FD97C-3F71-FEC8-8629-82982EDF07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3327450"/>
              </p:ext>
            </p:extLst>
          </p:nvPr>
        </p:nvGraphicFramePr>
        <p:xfrm>
          <a:off x="803124" y="1721631"/>
          <a:ext cx="8368171" cy="1649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D00D6D8-0351-3EB4-B699-68EDC1DEC388}"/>
              </a:ext>
            </a:extLst>
          </p:cNvPr>
          <p:cNvSpPr txBox="1"/>
          <p:nvPr/>
        </p:nvSpPr>
        <p:spPr>
          <a:xfrm>
            <a:off x="464021" y="3297508"/>
            <a:ext cx="3398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Rust to with Miri (cargo miri run)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681838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36C1-24F4-ED13-A9A4-2D398819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1E87EDD-54F7-0EB3-E7FF-0008F9C57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445" y="2012176"/>
            <a:ext cx="10995546" cy="367830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Mi</a:t>
            </a:r>
            <a:r>
              <a:rPr lang="en-US" altLang="zh-Hans-MO" sz="2000" dirty="0"/>
              <a:t>ri </a:t>
            </a:r>
            <a:r>
              <a:rPr lang="zh-CN" altLang="en-US" sz="2000" dirty="0"/>
              <a:t>会创建一个 </a:t>
            </a:r>
            <a:r>
              <a:rPr lang="en-US" altLang="zh-CN" sz="2000" dirty="0"/>
              <a:t>`</a:t>
            </a:r>
            <a:r>
              <a:rPr lang="en-US" altLang="zh-Hans-MO" sz="2000" dirty="0" err="1"/>
              <a:t>InterpCx</a:t>
            </a:r>
            <a:r>
              <a:rPr lang="en-US" altLang="zh-Hans-MO" sz="2000" dirty="0"/>
              <a:t>&lt;‘</a:t>
            </a:r>
            <a:r>
              <a:rPr lang="en-US" altLang="zh-Hans-MO" sz="2000" dirty="0" err="1"/>
              <a:t>tcx</a:t>
            </a:r>
            <a:r>
              <a:rPr lang="en-US" altLang="zh-Hans-MO" sz="2000" dirty="0"/>
              <a:t>, </a:t>
            </a:r>
            <a:r>
              <a:rPr lang="en-US" altLang="zh-Hans-MO" sz="2000" dirty="0" err="1"/>
              <a:t>MiriMachine</a:t>
            </a:r>
            <a:r>
              <a:rPr lang="en-US" altLang="zh-Hans-MO" sz="2000" dirty="0"/>
              <a:t>&lt;’</a:t>
            </a:r>
            <a:r>
              <a:rPr lang="en-US" altLang="zh-Hans-MO" sz="2000" dirty="0" err="1"/>
              <a:t>tcx</a:t>
            </a:r>
            <a:r>
              <a:rPr lang="en-US" altLang="zh-Hans-MO" sz="2000" dirty="0"/>
              <a:t>&gt;&gt;</a:t>
            </a:r>
            <a:r>
              <a:rPr lang="en-US" altLang="zh-CN" sz="2000" dirty="0"/>
              <a:t>`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lvl="1"/>
            <a:r>
              <a:rPr lang="en-US" altLang="zh-Hans-MO" sz="1800" dirty="0" err="1"/>
              <a:t>InterpCx</a:t>
            </a:r>
            <a:r>
              <a:rPr lang="en-US" altLang="zh-Hans-MO" sz="1800" dirty="0"/>
              <a:t> </a:t>
            </a:r>
            <a:r>
              <a:rPr lang="zh-CN" altLang="en-US" sz="1800" dirty="0"/>
              <a:t>是 </a:t>
            </a:r>
            <a:r>
              <a:rPr lang="en-US" altLang="zh-CN" sz="1800" dirty="0" err="1"/>
              <a:t>rustc</a:t>
            </a:r>
            <a:r>
              <a:rPr lang="en-US" altLang="zh-CN" sz="1800" dirty="0"/>
              <a:t> </a:t>
            </a:r>
            <a:r>
              <a:rPr lang="zh-CN" altLang="en-US" sz="1800" dirty="0"/>
              <a:t>执行 </a:t>
            </a:r>
            <a:r>
              <a:rPr lang="en-US" altLang="zh-CN" sz="1800" dirty="0"/>
              <a:t>MIR </a:t>
            </a:r>
            <a:r>
              <a:rPr lang="zh-CN" altLang="en-US" sz="1800" dirty="0"/>
              <a:t>的接口；</a:t>
            </a:r>
            <a:endParaRPr lang="en-US" altLang="zh-CN" sz="1800" dirty="0"/>
          </a:p>
          <a:p>
            <a:pPr lvl="1"/>
            <a:r>
              <a:rPr lang="en-US" altLang="zh-Hans-MO" dirty="0" err="1"/>
              <a:t>MiriMachine</a:t>
            </a:r>
            <a:r>
              <a:rPr lang="en-US" altLang="zh-Hans-MO" dirty="0"/>
              <a:t> </a:t>
            </a:r>
            <a:r>
              <a:rPr lang="zh-CN" altLang="en-US" dirty="0"/>
              <a:t>则是定义了 </a:t>
            </a:r>
            <a:r>
              <a:rPr lang="en-US" altLang="zh-CN" dirty="0"/>
              <a:t>Miri </a:t>
            </a:r>
            <a:r>
              <a:rPr lang="zh-CN" altLang="en-US" dirty="0"/>
              <a:t>解析 </a:t>
            </a:r>
            <a:r>
              <a:rPr lang="en-US" altLang="zh-CN" dirty="0"/>
              <a:t>MIR </a:t>
            </a:r>
            <a:r>
              <a:rPr lang="zh-CN" altLang="en-US" dirty="0"/>
              <a:t>时会做一些什么额外的检查，类似 </a:t>
            </a:r>
            <a:r>
              <a:rPr lang="en-US" altLang="zh-CN" dirty="0"/>
              <a:t>hook </a:t>
            </a:r>
            <a:r>
              <a:rPr lang="zh-CN" altLang="en-US" dirty="0"/>
              <a:t>的概念。</a:t>
            </a:r>
            <a:endParaRPr lang="zh-Hans-MO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B8C97C4-40FB-938D-763D-F83FBAFC5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Miri(HOW)</a:t>
            </a:r>
            <a:endParaRPr lang="zh-Hans-MO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140D60-ADB7-E159-D5CF-C4012E48D907}"/>
              </a:ext>
            </a:extLst>
          </p:cNvPr>
          <p:cNvSpPr txBox="1"/>
          <p:nvPr/>
        </p:nvSpPr>
        <p:spPr>
          <a:xfrm>
            <a:off x="0" y="6488668"/>
            <a:ext cx="9451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>
                <a:hlinkClick r:id="rId2"/>
              </a:rPr>
              <a:t>https://doc.rust-lang.org/nightly/nightly-rustc/rustc_const_eval/interpret/machine/trait.Machine.html</a:t>
            </a:r>
            <a:endParaRPr lang="en-US" altLang="zh-Hans-MO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651069-8218-2C27-7022-D8FA112D3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726" y="3470117"/>
            <a:ext cx="2656665" cy="26697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D6E553-3C83-C8EC-772C-B785E172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218" y="3791504"/>
            <a:ext cx="2434253" cy="199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77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CE93-472D-610C-1721-46F38BFA6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A6B923C6-1FFD-61C2-77BE-4DB50E548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91383" y="135704"/>
            <a:ext cx="6726752" cy="5729411"/>
          </a:xfr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19A7E0C9-CA3C-AC15-D35F-CC6FC6F3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Miri(HOW)</a:t>
            </a:r>
            <a:endParaRPr lang="zh-Hans-MO" altLang="en-US" dirty="0"/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AB55F042-BFC0-8C0D-F5CB-1036B3A37A08}"/>
              </a:ext>
            </a:extLst>
          </p:cNvPr>
          <p:cNvSpPr txBox="1">
            <a:spLocks/>
          </p:cNvSpPr>
          <p:nvPr/>
        </p:nvSpPr>
        <p:spPr>
          <a:xfrm>
            <a:off x="199588" y="2475907"/>
            <a:ext cx="4244594" cy="33759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ans-MO" sz="2000" b="1" dirty="0"/>
              <a:t>Example: A Memory Write (*</a:t>
            </a:r>
            <a:r>
              <a:rPr lang="en-US" altLang="zh-Hans-MO" sz="2000" b="1" dirty="0" err="1"/>
              <a:t>ptr</a:t>
            </a:r>
            <a:r>
              <a:rPr lang="en-US" altLang="zh-Hans-MO" sz="2000" b="1" dirty="0"/>
              <a:t> = value;)</a:t>
            </a:r>
          </a:p>
          <a:p>
            <a:pPr>
              <a:buFontTx/>
              <a:buChar char="-"/>
            </a:pPr>
            <a:endParaRPr lang="en-US" altLang="zh-Hans-MO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558EA0BD-7542-2BF5-1EB2-86C770B7DC67}"/>
                  </a:ext>
                </a:extLst>
              </p14:cNvPr>
              <p14:cNvContentPartPr/>
              <p14:nvPr/>
            </p14:nvContentPartPr>
            <p14:xfrm>
              <a:off x="9400822" y="2109472"/>
              <a:ext cx="376560" cy="6696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558EA0BD-7542-2BF5-1EB2-86C770B7DC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38182" y="2046832"/>
                <a:ext cx="502200" cy="19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4144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13EA-E41C-741A-3A8A-1EA5633D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D84323-F1BE-66AF-1D29-AC12917281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Kern Miri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F851EF-0769-B7DD-9A7F-879CA795EA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altLang="zh-Hans-MO" dirty="0"/>
              <a:t>What’</a:t>
            </a:r>
            <a:r>
              <a:rPr lang="en-US" altLang="zh-CN" dirty="0"/>
              <a:t>s</a:t>
            </a:r>
            <a:r>
              <a:rPr lang="en-US" altLang="zh-Hans-MO" dirty="0"/>
              <a:t> the difference</a:t>
            </a:r>
          </a:p>
        </p:txBody>
      </p:sp>
    </p:spTree>
    <p:extLst>
      <p:ext uri="{BB962C8B-B14F-4D97-AF65-F5344CB8AC3E}">
        <p14:creationId xmlns:p14="http://schemas.microsoft.com/office/powerpoint/2010/main" val="1793262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F742E69-7C6F-DB6B-C720-A65F99D88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6807" y="1880332"/>
            <a:ext cx="5087075" cy="536005"/>
          </a:xfrm>
        </p:spPr>
        <p:txBody>
          <a:bodyPr/>
          <a:lstStyle/>
          <a:p>
            <a:r>
              <a:rPr lang="en-US" altLang="zh-Hans-MO" dirty="0"/>
              <a:t>Standard Miri</a:t>
            </a:r>
            <a:endParaRPr lang="zh-Hans-MO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00932C-FB01-0EA4-48AE-6EE917221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0781" y="2557261"/>
            <a:ext cx="5458343" cy="2934999"/>
          </a:xfrm>
        </p:spPr>
        <p:txBody>
          <a:bodyPr/>
          <a:lstStyle/>
          <a:p>
            <a:r>
              <a:rPr lang="en-US" altLang="zh-Hans-MO" dirty="0"/>
              <a:t>Memory is a collection of abstract allocations (</a:t>
            </a:r>
            <a:r>
              <a:rPr lang="en-US" altLang="zh-Hans-MO" dirty="0" err="1"/>
              <a:t>AllocId</a:t>
            </a:r>
            <a:r>
              <a:rPr lang="en-US" altLang="zh-Hans-MO" dirty="0"/>
              <a:t>)</a:t>
            </a:r>
          </a:p>
          <a:p>
            <a:r>
              <a:rPr lang="en-US" altLang="zh-Hans-MO" dirty="0"/>
              <a:t>Addresses are just numbers with no relation to hardware.</a:t>
            </a:r>
            <a:endParaRPr lang="zh-Hans-MO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D0D4B7-15B6-7E55-CA88-3B93DFBD1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5306" y="1860549"/>
            <a:ext cx="5087073" cy="553373"/>
          </a:xfrm>
        </p:spPr>
        <p:txBody>
          <a:bodyPr/>
          <a:lstStyle/>
          <a:p>
            <a:r>
              <a:rPr lang="en-US" altLang="zh-Hans-MO" dirty="0" err="1"/>
              <a:t>KernMiri</a:t>
            </a:r>
            <a:endParaRPr lang="zh-Hans-MO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761CE96-20A8-633C-1C8A-43EF0300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9279" y="2535709"/>
            <a:ext cx="5393100" cy="2934999"/>
          </a:xfrm>
        </p:spPr>
        <p:txBody>
          <a:bodyPr/>
          <a:lstStyle/>
          <a:p>
            <a:r>
              <a:rPr lang="en-US" altLang="zh-Hans-MO" dirty="0"/>
              <a:t>Introduces a Physical Memory struct that simulates real RAM.</a:t>
            </a:r>
          </a:p>
          <a:p>
            <a:r>
              <a:rPr lang="en-US" altLang="zh-Hans-MO" dirty="0"/>
              <a:t>Tracks the state of each physical page (Unused, Typed, etc.) to enforce memory safety at the hardware level.</a:t>
            </a:r>
          </a:p>
          <a:p>
            <a:r>
              <a:rPr lang="en-US" altLang="zh-Hans-MO" dirty="0"/>
              <a:t>Extending with the hardware simulation layer.</a:t>
            </a:r>
            <a:endParaRPr lang="zh-Hans-MO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0B70FCB-5B18-BD72-21D1-4B552329D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 </a:t>
            </a:r>
            <a:r>
              <a:rPr lang="en-US" altLang="zh-Hans-MO" dirty="0"/>
              <a:t>Miri (diff)</a:t>
            </a:r>
            <a:endParaRPr lang="zh-Hans-MO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82DD948-9E68-DF46-564E-507556113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7" y="4592177"/>
            <a:ext cx="6862762" cy="158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63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uiExpand="1"/>
      <p:bldP spid="4" grpId="0" build="p"/>
      <p:bldP spid="5" grpId="0" uiExpan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D23EC1E-A059-7869-FBC8-C0B06F9E7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8571" y="2197664"/>
            <a:ext cx="2051242" cy="536005"/>
          </a:xfrm>
        </p:spPr>
        <p:txBody>
          <a:bodyPr/>
          <a:lstStyle/>
          <a:p>
            <a:r>
              <a:rPr lang="en-US" altLang="zh-CN" sz="2800" dirty="0"/>
              <a:t>class</a:t>
            </a:r>
            <a:endParaRPr lang="zh-Hans-MO" altLang="en-US" sz="28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C4690E-4189-0C70-4E01-01A9AF34F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48882" y="2918408"/>
            <a:ext cx="5393100" cy="2934999"/>
          </a:xfrm>
        </p:spPr>
        <p:txBody>
          <a:bodyPr>
            <a:normAutofit/>
          </a:bodyPr>
          <a:lstStyle/>
          <a:p>
            <a:r>
              <a:rPr lang="en-US" altLang="zh-Hans-MO" sz="2400" dirty="0" err="1"/>
              <a:t>MiriMachines</a:t>
            </a:r>
            <a:endParaRPr lang="en-US" altLang="zh-Hans-MO" sz="2400" dirty="0"/>
          </a:p>
          <a:p>
            <a:r>
              <a:rPr lang="en-US" altLang="zh-Hans-MO" sz="2400" dirty="0"/>
              <a:t>Thread</a:t>
            </a:r>
            <a:endParaRPr lang="zh-Hans-MO" altLang="en-US" sz="2400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CA8069-A86D-5A45-30B0-3178C6E4B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1588" y="2188981"/>
            <a:ext cx="1639188" cy="553373"/>
          </a:xfrm>
        </p:spPr>
        <p:txBody>
          <a:bodyPr/>
          <a:lstStyle/>
          <a:p>
            <a:r>
              <a:rPr lang="en-US" altLang="zh-Hans-MO" sz="2800" dirty="0"/>
              <a:t>mod</a:t>
            </a:r>
            <a:endParaRPr lang="zh-Hans-MO" altLang="en-US" sz="28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66F89C2-9EE3-3487-756D-467FDA9901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560" y="2864142"/>
            <a:ext cx="2416703" cy="2874672"/>
          </a:xfrm>
        </p:spPr>
        <p:txBody>
          <a:bodyPr/>
          <a:lstStyle/>
          <a:p>
            <a:r>
              <a:rPr lang="en-US" altLang="zh-Hans-MO" sz="2400" dirty="0"/>
              <a:t>shims</a:t>
            </a:r>
          </a:p>
          <a:p>
            <a:r>
              <a:rPr lang="en-US" altLang="zh-Hans-MO" sz="2400" dirty="0"/>
              <a:t>Mitch (TODO)</a:t>
            </a:r>
          </a:p>
          <a:p>
            <a:pPr lvl="1"/>
            <a:r>
              <a:rPr lang="en-US" altLang="zh-Hans-MO" sz="2000" dirty="0" err="1"/>
              <a:t>page_table</a:t>
            </a:r>
            <a:endParaRPr lang="en-US" altLang="zh-Hans-MO" sz="2000" dirty="0"/>
          </a:p>
          <a:p>
            <a:pPr lvl="1"/>
            <a:r>
              <a:rPr lang="en-US" altLang="zh-Hans-MO" sz="2000" dirty="0" err="1"/>
              <a:t>physical</a:t>
            </a:r>
            <a:r>
              <a:rPr lang="en-US" altLang="zh-CN" sz="2000" dirty="0" err="1"/>
              <a:t>_mem</a:t>
            </a:r>
            <a:endParaRPr lang="zh-Hans-MO" altLang="en-US" sz="2000" dirty="0"/>
          </a:p>
          <a:p>
            <a:endParaRPr lang="zh-Hans-MO" altLang="en-US" sz="2400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D25040-F2A1-3AD6-E154-FA44A49B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shims</a:t>
            </a:r>
            <a:endParaRPr lang="zh-Hans-MO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24BAEB-1950-4260-8100-64C56D91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922" y="176429"/>
            <a:ext cx="5015128" cy="568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837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096BB-1CB6-0C41-44C4-09D5914AA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F241650-E42F-8727-312C-E8FB07040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07" y="2014577"/>
            <a:ext cx="11483882" cy="3678303"/>
          </a:xfrm>
        </p:spPr>
        <p:txBody>
          <a:bodyPr>
            <a:normAutofit fontScale="92500" lnSpcReduction="10000"/>
          </a:bodyPr>
          <a:lstStyle/>
          <a:p>
            <a:r>
              <a:rPr lang="en-US" altLang="zh-Hans-MO" sz="2400" dirty="0"/>
              <a:t>Miri can only interpret Rust MIR, having </a:t>
            </a:r>
            <a:r>
              <a:rPr lang="en-US" altLang="zh-Hans-MO" sz="2400" b="1" dirty="0">
                <a:solidFill>
                  <a:schemeClr val="accent1"/>
                </a:solidFill>
              </a:rPr>
              <a:t>no direct access</a:t>
            </a:r>
            <a:r>
              <a:rPr lang="en-US" altLang="zh-Hans-MO" sz="2400" dirty="0"/>
              <a:t> to the host machine’s OS.</a:t>
            </a:r>
          </a:p>
          <a:p>
            <a:r>
              <a:rPr lang="en-US" altLang="zh-Hans-MO" sz="2400" dirty="0"/>
              <a:t>shims are Rust implementations of external functions, simulating OS-level functionality with `</a:t>
            </a:r>
            <a:r>
              <a:rPr lang="en-US" altLang="zh-Hans-MO" sz="2400" dirty="0" err="1"/>
              <a:t>RustABI</a:t>
            </a:r>
            <a:r>
              <a:rPr lang="en-US" altLang="zh-Hans-MO" sz="2400" dirty="0"/>
              <a:t>`.  They are just like </a:t>
            </a:r>
            <a:r>
              <a:rPr lang="en-US" altLang="zh-Hans-MO" sz="2400" b="1" dirty="0" err="1">
                <a:solidFill>
                  <a:schemeClr val="accent1"/>
                </a:solidFill>
              </a:rPr>
              <a:t>syscalls</a:t>
            </a:r>
            <a:r>
              <a:rPr lang="en-US" altLang="zh-Hans-MO" sz="2400" dirty="0"/>
              <a:t>.</a:t>
            </a:r>
          </a:p>
          <a:p>
            <a:pPr lvl="1"/>
            <a:r>
              <a:rPr lang="en-US" altLang="zh-Hans-MO" sz="2000" dirty="0"/>
              <a:t>C lib:</a:t>
            </a:r>
            <a:r>
              <a:rPr lang="zh-CN" altLang="en-US" sz="2000" dirty="0"/>
              <a:t> </a:t>
            </a:r>
            <a:r>
              <a:rPr lang="en-US" altLang="zh-Hans-MO" sz="2000" dirty="0"/>
              <a:t>free, malloc, </a:t>
            </a:r>
            <a:r>
              <a:rPr lang="en-US" altLang="zh-Hans-MO" sz="2000" dirty="0" err="1"/>
              <a:t>strlen</a:t>
            </a:r>
            <a:r>
              <a:rPr lang="en-US" altLang="zh-Hans-MO" sz="2000" dirty="0"/>
              <a:t>, etc.</a:t>
            </a:r>
          </a:p>
          <a:p>
            <a:pPr lvl="1"/>
            <a:r>
              <a:rPr lang="en-US" altLang="zh-Hans-MO" sz="2000" dirty="0" err="1"/>
              <a:t>miri_get_alloc_id</a:t>
            </a:r>
            <a:r>
              <a:rPr lang="en-US" altLang="zh-Hans-MO" sz="2000" dirty="0"/>
              <a:t>, </a:t>
            </a:r>
            <a:r>
              <a:rPr lang="en-US" altLang="zh-Hans-MO" sz="2000" dirty="0" err="1"/>
              <a:t>miri_pointer_name</a:t>
            </a:r>
            <a:r>
              <a:rPr lang="en-US" altLang="zh-Hans-MO" sz="2000" dirty="0"/>
              <a:t>, </a:t>
            </a:r>
            <a:r>
              <a:rPr lang="en-US" altLang="zh-Hans-MO" sz="2000" dirty="0" err="1"/>
              <a:t>miri_write_to_stdout</a:t>
            </a:r>
            <a:endParaRPr lang="en-US" altLang="zh-Hans-MO" sz="2000" dirty="0"/>
          </a:p>
          <a:p>
            <a:endParaRPr lang="en-US" altLang="zh-Hans-MO" sz="2400" dirty="0"/>
          </a:p>
          <a:p>
            <a:r>
              <a:rPr lang="en-US" altLang="zh-Hans-MO" sz="2400" dirty="0" err="1"/>
              <a:t>KernMiri</a:t>
            </a:r>
            <a:r>
              <a:rPr lang="en-US" altLang="zh-Hans-MO" sz="2400" dirty="0"/>
              <a:t> extends Miri to act like a </a:t>
            </a:r>
            <a:r>
              <a:rPr lang="en-US" altLang="zh-Hans-MO" sz="2400" b="1" dirty="0">
                <a:solidFill>
                  <a:schemeClr val="accent1"/>
                </a:solidFill>
              </a:rPr>
              <a:t>Bare-metal hardware </a:t>
            </a:r>
            <a:r>
              <a:rPr lang="en-US" altLang="zh-Hans-MO" sz="2400" dirty="0"/>
              <a:t>instead of just an OS.</a:t>
            </a:r>
          </a:p>
          <a:p>
            <a:pPr lvl="1"/>
            <a:r>
              <a:rPr lang="en-US" altLang="zh-Hans-MO" sz="1800" dirty="0"/>
              <a:t>Memory: </a:t>
            </a:r>
            <a:r>
              <a:rPr lang="en-US" altLang="zh-Hans-MO" sz="1800" dirty="0" err="1"/>
              <a:t>kern_miri_set_root_page_table</a:t>
            </a:r>
            <a:r>
              <a:rPr lang="en-US" altLang="zh-Hans-MO" sz="1800" dirty="0"/>
              <a:t>, </a:t>
            </a:r>
            <a:r>
              <a:rPr lang="en-US" altLang="zh-Hans-MO" sz="1800" dirty="0" err="1"/>
              <a:t>kern_miri_alloc_pages</a:t>
            </a:r>
            <a:endParaRPr lang="en-US" altLang="zh-Hans-MO" sz="1800" dirty="0"/>
          </a:p>
          <a:p>
            <a:pPr lvl="1"/>
            <a:r>
              <a:rPr lang="en-US" altLang="zh-Hans-MO" sz="1800" dirty="0"/>
              <a:t>Multi-Core: </a:t>
            </a:r>
            <a:r>
              <a:rPr lang="en-US" altLang="zh-Hans-MO" sz="1800" dirty="0" err="1"/>
              <a:t>miri_switch_to</a:t>
            </a:r>
            <a:r>
              <a:rPr lang="en-US" altLang="zh-Hans-MO" sz="1800" dirty="0"/>
              <a:t>, </a:t>
            </a:r>
            <a:r>
              <a:rPr lang="en-US" altLang="zh-Hans-MO" sz="1800" dirty="0" err="1"/>
              <a:t>miri_create_new_thread</a:t>
            </a:r>
            <a:endParaRPr lang="en-US" altLang="zh-Hans-MO" sz="1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96C3690-B3F3-D114-8B38-1BE3E5C7F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shims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3723500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8E01-7374-FC2A-C944-7643CD84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8052052-EA74-2406-5207-D057D945D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244" y="2014577"/>
            <a:ext cx="12007756" cy="3678303"/>
          </a:xfrm>
        </p:spPr>
        <p:txBody>
          <a:bodyPr>
            <a:normAutofit/>
          </a:bodyPr>
          <a:lstStyle/>
          <a:p>
            <a:pPr lvl="1"/>
            <a:r>
              <a:rPr lang="en-US" altLang="zh-Hans-MO" sz="2000" dirty="0"/>
              <a:t>Provides "</a:t>
            </a:r>
            <a:r>
              <a:rPr lang="en-US" altLang="zh-Hans-MO" sz="2000" b="1" dirty="0">
                <a:solidFill>
                  <a:schemeClr val="accent1"/>
                </a:solidFill>
              </a:rPr>
              <a:t>hooks</a:t>
            </a:r>
            <a:r>
              <a:rPr lang="en-US" altLang="zh-Hans-MO" sz="2000" dirty="0"/>
              <a:t>"—callbacks that are executed at critical points during interpretation.</a:t>
            </a:r>
          </a:p>
          <a:p>
            <a:pPr lvl="1"/>
            <a:endParaRPr lang="en-US" altLang="zh-Hans-MO" sz="2000" dirty="0"/>
          </a:p>
          <a:p>
            <a:pPr lvl="1"/>
            <a:r>
              <a:rPr lang="en-US" altLang="zh-Hans-MO" sz="2000" dirty="0"/>
              <a:t>To enable the simulation on </a:t>
            </a:r>
            <a:r>
              <a:rPr lang="en-US" altLang="zh-Hans-MO" sz="2000" b="1" dirty="0">
                <a:solidFill>
                  <a:schemeClr val="accent1"/>
                </a:solidFill>
              </a:rPr>
              <a:t>multi-core</a:t>
            </a:r>
            <a:r>
              <a:rPr lang="en-US" altLang="zh-Hans-MO" sz="2000" dirty="0"/>
              <a:t> kernel env, </a:t>
            </a:r>
            <a:r>
              <a:rPr lang="en-US" altLang="zh-Hans-MO" sz="2000" dirty="0" err="1"/>
              <a:t>KernMiri</a:t>
            </a:r>
            <a:r>
              <a:rPr lang="en-US" altLang="zh-Hans-MO" sz="2000" dirty="0"/>
              <a:t> adds below members:</a:t>
            </a:r>
          </a:p>
          <a:p>
            <a:pPr lvl="2"/>
            <a:r>
              <a:rPr lang="en-US" altLang="zh-Hans-MO" sz="1800" dirty="0"/>
              <a:t>`</a:t>
            </a:r>
            <a:r>
              <a:rPr lang="en-US" altLang="zh-Hans-MO" sz="1800" dirty="0" err="1"/>
              <a:t>cpu_local_alloc_set</a:t>
            </a:r>
            <a:r>
              <a:rPr lang="en-US" altLang="zh-Hans-MO" sz="1800" dirty="0"/>
              <a:t>`: each CPU core should get its own private copy (`</a:t>
            </a:r>
            <a:r>
              <a:rPr lang="en-US" altLang="zh-Hans-MO" sz="1800" dirty="0" err="1"/>
              <a:t>current_task</a:t>
            </a:r>
            <a:r>
              <a:rPr lang="en-US" altLang="zh-Hans-MO" sz="1800" dirty="0"/>
              <a:t>`) at a different memory address.</a:t>
            </a:r>
          </a:p>
          <a:p>
            <a:pPr lvl="2"/>
            <a:r>
              <a:rPr lang="en-US" altLang="zh-Hans-MO" sz="1800" dirty="0"/>
              <a:t>`</a:t>
            </a:r>
            <a:r>
              <a:rPr lang="en-US" altLang="zh-Hans-MO" sz="1800" dirty="0" err="1"/>
              <a:t>thread_map</a:t>
            </a:r>
            <a:r>
              <a:rPr lang="en-US" altLang="zh-Hans-MO" sz="1800" dirty="0"/>
              <a:t>`: connect the kernel's concept of a "task" with Miri's concept of a "thread".</a:t>
            </a:r>
          </a:p>
          <a:p>
            <a:pPr lvl="2"/>
            <a:r>
              <a:rPr lang="en-US" altLang="zh-Hans-MO" sz="1800" dirty="0"/>
              <a:t>`record`: to record performance measurements from within the simulation. Needed for benchmark.</a:t>
            </a:r>
            <a:endParaRPr lang="zh-Hans-MO" altLang="en-US" sz="1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6BB27B1-D2C3-608C-8B6F-B3F5929A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mirimachine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3116255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D14AF-2577-F920-24FE-AA0A38E8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4D63519-EC23-A3B8-2D67-58A95EAAA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918" y="1716481"/>
            <a:ext cx="12007756" cy="4905336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init_alloc_extra</a:t>
            </a:r>
            <a:r>
              <a:rPr lang="en-US" altLang="zh-Hans-MO" sz="1800" dirty="0"/>
              <a:t>`:  </a:t>
            </a:r>
          </a:p>
          <a:p>
            <a:pPr lvl="2"/>
            <a:r>
              <a:rPr lang="en-US" altLang="zh-Hans-MO" sz="1600" dirty="0"/>
              <a:t>Called when a new memory allocation, </a:t>
            </a:r>
            <a:r>
              <a:rPr lang="en-US" altLang="zh-Hans-MO" sz="1600" dirty="0" err="1"/>
              <a:t>initiallizing</a:t>
            </a:r>
            <a:r>
              <a:rPr lang="en-US" altLang="zh-Hans-MO" sz="1600" dirty="0"/>
              <a:t> the `</a:t>
            </a:r>
            <a:r>
              <a:rPr lang="en-US" altLang="zh-Hans-MO" sz="1600" dirty="0" err="1"/>
              <a:t>borrow_tracker</a:t>
            </a:r>
            <a:r>
              <a:rPr lang="en-US" altLang="zh-Hans-MO" sz="1600" dirty="0"/>
              <a:t>`, `</a:t>
            </a:r>
            <a:r>
              <a:rPr lang="en-US" altLang="zh-Hans-MO" sz="1600" dirty="0" err="1"/>
              <a:t>data_race_detactor</a:t>
            </a:r>
            <a:r>
              <a:rPr lang="en-US" altLang="zh-Hans-MO" sz="1600" dirty="0"/>
              <a:t>` for that block of memory.</a:t>
            </a:r>
          </a:p>
          <a:p>
            <a:pPr marL="629985" lvl="2" indent="0">
              <a:buNone/>
            </a:pPr>
            <a:endParaRPr lang="en-US" altLang="zh-Hans-MO" sz="1600" dirty="0"/>
          </a:p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before_memory_read</a:t>
            </a:r>
            <a:r>
              <a:rPr lang="en-US" altLang="zh-Hans-MO" sz="1800" dirty="0"/>
              <a:t>/write`:</a:t>
            </a:r>
          </a:p>
          <a:p>
            <a:pPr lvl="2"/>
            <a:r>
              <a:rPr lang="en-US" altLang="zh-CN" sz="1600" dirty="0"/>
              <a:t>Called </a:t>
            </a:r>
            <a:r>
              <a:rPr lang="en-US" altLang="zh-Hans-MO" sz="1600" dirty="0"/>
              <a:t>before any memory access.</a:t>
            </a:r>
          </a:p>
          <a:p>
            <a:pPr lvl="2"/>
            <a:r>
              <a:rPr lang="en-US" altLang="zh-Hans-MO" sz="1600" dirty="0"/>
              <a:t>Allows the machine to run checks (borrow rules, alignment, data races) and report an error before the invalid action occurs.</a:t>
            </a:r>
          </a:p>
          <a:p>
            <a:pPr lvl="2"/>
            <a:endParaRPr lang="en-US" altLang="zh-Hans-MO" sz="1600" dirty="0"/>
          </a:p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adjust_global_allocation</a:t>
            </a:r>
            <a:r>
              <a:rPr lang="en-US" altLang="zh-Hans-MO" sz="1800" dirty="0"/>
              <a:t>`:</a:t>
            </a:r>
          </a:p>
          <a:p>
            <a:pPr lvl="2"/>
            <a:r>
              <a:rPr lang="en-US" altLang="zh-Hans-MO" sz="1600" dirty="0"/>
              <a:t>Called the first time a global static variable is accessed.</a:t>
            </a:r>
          </a:p>
          <a:p>
            <a:pPr lvl="2"/>
            <a:r>
              <a:rPr lang="en-US" altLang="zh-Hans-MO" sz="1600" dirty="0"/>
              <a:t>Allows machine transforms </a:t>
            </a:r>
            <a:r>
              <a:rPr lang="it-IT" altLang="zh-Hans-MO" sz="1600" dirty="0"/>
              <a:t>compiler-provided generic-format global allocations into a specialized format.</a:t>
            </a:r>
          </a:p>
          <a:p>
            <a:pPr lvl="1"/>
            <a:endParaRPr lang="it-IT" altLang="zh-Hans-MO" sz="1800" dirty="0"/>
          </a:p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before_memory_deallocation</a:t>
            </a:r>
            <a:r>
              <a:rPr lang="en-US" altLang="zh-Hans-MO" sz="1800" dirty="0"/>
              <a:t>`: </a:t>
            </a:r>
          </a:p>
          <a:p>
            <a:pPr lvl="2"/>
            <a:r>
              <a:rPr lang="en-US" altLang="zh-Hans-MO" sz="1600" dirty="0"/>
              <a:t>Validates that a deallocation is valid (e.g., not a double-free) and performs cleanup.</a:t>
            </a:r>
            <a:endParaRPr lang="en-US" altLang="zh-Hans-MO" sz="1800" dirty="0"/>
          </a:p>
          <a:p>
            <a:pPr lvl="2"/>
            <a:endParaRPr lang="zh-Hans-MO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36BD78F-BE2F-5BAD-031D-0D95FEB7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mirimachine</a:t>
            </a:r>
            <a:endParaRPr lang="zh-Hans-MO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3516E8-DEE5-F0D8-18E1-7B7874B6C49A}"/>
              </a:ext>
            </a:extLst>
          </p:cNvPr>
          <p:cNvSpPr txBox="1"/>
          <p:nvPr/>
        </p:nvSpPr>
        <p:spPr>
          <a:xfrm>
            <a:off x="7810615" y="701281"/>
            <a:ext cx="36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Memory Management &amp; UB checking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177478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1808C-59E2-296A-C05D-413ED29A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111F85-1AA0-B39C-7C12-18BD5CB91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9563" y="2414586"/>
            <a:ext cx="4152900" cy="2657475"/>
          </a:xfrm>
        </p:spPr>
        <p:txBody>
          <a:bodyPr>
            <a:normAutofit/>
          </a:bodyPr>
          <a:lstStyle/>
          <a:p>
            <a:pPr marL="323992" lvl="1" indent="0" algn="ctr">
              <a:buNone/>
            </a:pPr>
            <a:r>
              <a:rPr lang="en-US" altLang="zh-Hans-MO" sz="2000" dirty="0"/>
              <a:t>`</a:t>
            </a:r>
            <a:r>
              <a:rPr lang="en-US" altLang="zh-Hans-MO" sz="2000" dirty="0" err="1"/>
              <a:t>before_memory_write</a:t>
            </a:r>
            <a:r>
              <a:rPr lang="en-US" altLang="zh-Hans-MO" sz="2000" dirty="0"/>
              <a:t>`:</a:t>
            </a:r>
            <a:r>
              <a:rPr lang="zh-Hans-MO" altLang="en-US" sz="1800" dirty="0"/>
              <a:t> </a:t>
            </a:r>
            <a:endParaRPr lang="en-US" altLang="zh-Hans-MO" sz="1800" dirty="0"/>
          </a:p>
          <a:p>
            <a:pPr marL="323992" lvl="1" indent="0" algn="ctr">
              <a:buNone/>
            </a:pPr>
            <a:r>
              <a:rPr lang="en-US" altLang="zh-Hans-MO" sz="1800" dirty="0" err="1"/>
              <a:t>KernMiri</a:t>
            </a:r>
            <a:r>
              <a:rPr lang="zh-Hans-MO" altLang="en-US" sz="1800" dirty="0"/>
              <a:t> </a:t>
            </a:r>
            <a:r>
              <a:rPr lang="en-US" altLang="zh-Hans-MO" sz="1800" dirty="0"/>
              <a:t>adds addition check.</a:t>
            </a:r>
          </a:p>
          <a:p>
            <a:pPr marL="323992" lvl="1" indent="0" algn="ctr">
              <a:buNone/>
            </a:pPr>
            <a:endParaRPr lang="en-US" altLang="zh-Hans-MO" sz="1800" dirty="0"/>
          </a:p>
          <a:p>
            <a:pPr marL="323992" lvl="1" indent="0">
              <a:buNone/>
            </a:pPr>
            <a:r>
              <a:rPr lang="en-US" altLang="zh-Hans-MO" sz="1800" dirty="0"/>
              <a:t>If the memory being written to is part of a page table, it sets the `</a:t>
            </a:r>
            <a:r>
              <a:rPr lang="en-US" altLang="zh-Hans-MO" sz="1800" dirty="0" err="1"/>
              <a:t>pt_checker</a:t>
            </a:r>
            <a:r>
              <a:rPr lang="en-US" altLang="zh-Hans-MO" sz="1800" dirty="0"/>
              <a:t>` field to notify the machine that a page table entry has been modified</a:t>
            </a:r>
          </a:p>
          <a:p>
            <a:pPr lvl="1" algn="ctr"/>
            <a:endParaRPr lang="en-US" altLang="zh-Hans-MO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DB3B44-9784-C372-FB51-DA321E33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4808257" cy="1015200"/>
          </a:xfrm>
        </p:spPr>
        <p:txBody>
          <a:bodyPr/>
          <a:lstStyle/>
          <a:p>
            <a:r>
              <a:rPr lang="en-US" altLang="zh-Hans-MO" dirty="0" err="1"/>
              <a:t>mirimachine</a:t>
            </a:r>
            <a:endParaRPr lang="zh-Hans-MO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50F9E9-DEF5-D61A-DF9E-937FAD0A1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18" y="1725594"/>
            <a:ext cx="7529945" cy="487510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6EDE03F-012A-816D-0D96-07C3B35C7596}"/>
              </a:ext>
            </a:extLst>
          </p:cNvPr>
          <p:cNvSpPr txBox="1"/>
          <p:nvPr/>
        </p:nvSpPr>
        <p:spPr>
          <a:xfrm>
            <a:off x="7810615" y="701281"/>
            <a:ext cx="36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Memory Management &amp; UB checking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3268948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4DA9E-5E71-A0D9-6D96-ADF7A2B1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83990AB-142A-5E3F-7622-350EC18EC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771775"/>
            <a:ext cx="4152900" cy="3216122"/>
          </a:xfrm>
        </p:spPr>
        <p:txBody>
          <a:bodyPr>
            <a:normAutofit/>
          </a:bodyPr>
          <a:lstStyle/>
          <a:p>
            <a:pPr marL="323992" lvl="1" indent="0" algn="ctr">
              <a:buNone/>
            </a:pPr>
            <a:r>
              <a:rPr lang="en-US" altLang="zh-Hans-MO" sz="1800" dirty="0"/>
              <a:t>`</a:t>
            </a:r>
            <a:r>
              <a:rPr lang="en-US" altLang="zh-Hans-MO" sz="1800" dirty="0" err="1"/>
              <a:t>adjust_global_allocation</a:t>
            </a:r>
            <a:r>
              <a:rPr lang="en-US" altLang="zh-Hans-MO" sz="1800" dirty="0"/>
              <a:t>`:</a:t>
            </a:r>
            <a:r>
              <a:rPr lang="zh-Hans-MO" altLang="en-US" dirty="0"/>
              <a:t> </a:t>
            </a:r>
            <a:endParaRPr lang="en-US" altLang="zh-Hans-MO" dirty="0"/>
          </a:p>
          <a:p>
            <a:pPr marL="323992" lvl="1" indent="0" algn="ctr">
              <a:buNone/>
            </a:pPr>
            <a:r>
              <a:rPr lang="en-US" altLang="zh-Hans-MO" sz="1800" dirty="0"/>
              <a:t>Miri only gives some metadata to that variable but </a:t>
            </a:r>
            <a:r>
              <a:rPr lang="en-US" altLang="zh-Hans-MO" sz="1800" dirty="0" err="1"/>
              <a:t>KernMiri</a:t>
            </a:r>
            <a:r>
              <a:rPr lang="en-US" altLang="zh-Hans-MO" sz="1800" dirty="0"/>
              <a:t> does more</a:t>
            </a:r>
            <a:r>
              <a:rPr lang="en-US" altLang="zh-Hans-MO" dirty="0"/>
              <a:t>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D8726F4-073F-322F-FFDB-EA500CD0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4808257" cy="1015200"/>
          </a:xfrm>
        </p:spPr>
        <p:txBody>
          <a:bodyPr/>
          <a:lstStyle/>
          <a:p>
            <a:r>
              <a:rPr lang="en-US" altLang="zh-Hans-MO" dirty="0" err="1"/>
              <a:t>mirimachine</a:t>
            </a:r>
            <a:endParaRPr lang="zh-Hans-MO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5D9621-49AB-8B04-A07A-DF150EE73BB3}"/>
              </a:ext>
            </a:extLst>
          </p:cNvPr>
          <p:cNvSpPr txBox="1"/>
          <p:nvPr/>
        </p:nvSpPr>
        <p:spPr>
          <a:xfrm>
            <a:off x="7810615" y="701281"/>
            <a:ext cx="365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Memory Management &amp; UB checking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6D7FFF-9A09-4FCF-8BEE-D9E9407EF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2290763"/>
            <a:ext cx="7777492" cy="321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853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527C-7D0C-1354-3896-53278B92A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0E56063-F9BA-31C9-4EBF-F3B02A275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22" y="1561328"/>
            <a:ext cx="12007756" cy="5349223"/>
          </a:xfrm>
        </p:spPr>
        <p:txBody>
          <a:bodyPr>
            <a:normAutofit/>
          </a:bodyPr>
          <a:lstStyle/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find_mir_or_eval_fn</a:t>
            </a:r>
            <a:r>
              <a:rPr lang="en-US" altLang="zh-Hans-MO" sz="1800" dirty="0"/>
              <a:t>`:  </a:t>
            </a:r>
          </a:p>
          <a:p>
            <a:pPr lvl="2"/>
            <a:r>
              <a:rPr lang="en-US" altLang="zh-Hans-MO" sz="1600" dirty="0"/>
              <a:t>Dispatches all function calls, deciding whether to interpret more Rust MIR or to execute a "shim" for an external function.</a:t>
            </a:r>
          </a:p>
          <a:p>
            <a:pPr lvl="2"/>
            <a:endParaRPr lang="en-US" altLang="zh-Hans-MO" sz="1600" dirty="0"/>
          </a:p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after_stack_push</a:t>
            </a:r>
            <a:r>
              <a:rPr lang="en-US" altLang="zh-Hans-MO" sz="1800" dirty="0"/>
              <a:t>/pop`:</a:t>
            </a:r>
          </a:p>
          <a:p>
            <a:pPr lvl="2"/>
            <a:r>
              <a:rPr lang="en-US" altLang="zh-CN" sz="1600" dirty="0"/>
              <a:t>Called after a function is called or returned</a:t>
            </a:r>
            <a:r>
              <a:rPr lang="en-US" altLang="zh-Hans-MO" sz="1600" dirty="0"/>
              <a:t>.</a:t>
            </a:r>
          </a:p>
          <a:p>
            <a:pPr lvl="2"/>
            <a:r>
              <a:rPr lang="en-US" altLang="zh-Hans-MO" sz="1600" dirty="0"/>
              <a:t>Allows the machine to manage its own data associated with each stack frame.</a:t>
            </a:r>
          </a:p>
          <a:p>
            <a:pPr lvl="2"/>
            <a:endParaRPr lang="en-US" altLang="zh-Hans-MO" sz="1600" dirty="0"/>
          </a:p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before_terminator</a:t>
            </a:r>
            <a:r>
              <a:rPr lang="en-US" altLang="zh-Hans-MO" sz="1800" dirty="0"/>
              <a:t>`:</a:t>
            </a:r>
          </a:p>
          <a:p>
            <a:pPr lvl="2"/>
            <a:r>
              <a:rPr lang="en-US" altLang="zh-Hans-MO" sz="1600" dirty="0"/>
              <a:t>A catch-all hook that runs before any control flow change (</a:t>
            </a:r>
            <a:r>
              <a:rPr lang="en-US" altLang="zh-Hans-MO" dirty="0"/>
              <a:t>Goto</a:t>
            </a:r>
            <a:r>
              <a:rPr lang="en-US" altLang="zh-Hans-MO" sz="1600" dirty="0"/>
              <a:t>, </a:t>
            </a:r>
            <a:r>
              <a:rPr lang="en-US" altLang="zh-Hans-MO" dirty="0"/>
              <a:t>Call</a:t>
            </a:r>
            <a:r>
              <a:rPr lang="en-US" altLang="zh-Hans-MO" sz="1600" dirty="0"/>
              <a:t>, </a:t>
            </a:r>
            <a:r>
              <a:rPr lang="en-US" altLang="zh-Hans-MO" dirty="0"/>
              <a:t>Return</a:t>
            </a:r>
            <a:r>
              <a:rPr lang="en-US" altLang="zh-Hans-MO" sz="1600" dirty="0"/>
              <a:t>). </a:t>
            </a:r>
          </a:p>
          <a:p>
            <a:pPr lvl="2"/>
            <a:r>
              <a:rPr lang="en-US" altLang="zh-Hans-MO" sz="1600" dirty="0"/>
              <a:t>Useful for things like scheduling or garbage collection checks.</a:t>
            </a:r>
          </a:p>
          <a:p>
            <a:pPr lvl="2"/>
            <a:endParaRPr lang="it-IT" altLang="zh-Hans-MO" sz="1800" dirty="0"/>
          </a:p>
          <a:p>
            <a:pPr lvl="1"/>
            <a:r>
              <a:rPr lang="en-US" altLang="zh-Hans-MO" sz="1800" dirty="0"/>
              <a:t>`</a:t>
            </a:r>
            <a:r>
              <a:rPr lang="en-US" altLang="zh-Hans-MO" sz="1800" dirty="0" err="1"/>
              <a:t>adjust_global_allocation</a:t>
            </a:r>
            <a:r>
              <a:rPr lang="en-US" altLang="zh-Hans-MO" sz="1800" dirty="0"/>
              <a:t>`: </a:t>
            </a:r>
          </a:p>
          <a:p>
            <a:pPr lvl="2"/>
            <a:r>
              <a:rPr lang="en-US" altLang="zh-Hans-MO" sz="1600" dirty="0"/>
              <a:t>Called on the first access to a Global (static) object. </a:t>
            </a:r>
          </a:p>
          <a:p>
            <a:pPr lvl="2"/>
            <a:r>
              <a:rPr lang="en-US" altLang="zh-Hans-MO" sz="1600" dirty="0"/>
              <a:t>Allows the Machine to prepare the global variable for use within the simulation.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54EC511-AC12-F8A7-80B2-5292B4E1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mirimachine</a:t>
            </a:r>
            <a:endParaRPr lang="zh-Hans-MO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85AECD-016B-5FF7-6888-6C50E67E9727}"/>
              </a:ext>
            </a:extLst>
          </p:cNvPr>
          <p:cNvSpPr txBox="1"/>
          <p:nvPr/>
        </p:nvSpPr>
        <p:spPr>
          <a:xfrm>
            <a:off x="7810615" y="702474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Function call &amp; Control flow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3383163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614B-BEFC-19EF-0B5D-0111C3D76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48A804A-AD7A-1102-7E09-2F166633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mirimachine</a:t>
            </a:r>
            <a:endParaRPr lang="zh-Hans-MO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54578A-F971-34E4-5AD5-F5F222932592}"/>
              </a:ext>
            </a:extLst>
          </p:cNvPr>
          <p:cNvSpPr txBox="1"/>
          <p:nvPr/>
        </p:nvSpPr>
        <p:spPr>
          <a:xfrm>
            <a:off x="7810615" y="702474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Function call &amp; Control flow</a:t>
            </a:r>
            <a:endParaRPr lang="zh-Hans-MO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461019-2D52-5556-DE26-F22D1CCA5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97" y="1967906"/>
            <a:ext cx="5999620" cy="4161708"/>
          </a:xfrm>
          <a:prstGeom prst="rect">
            <a:avLst/>
          </a:prstGeom>
        </p:spPr>
      </p:pic>
      <p:sp>
        <p:nvSpPr>
          <p:cNvPr id="9" name="内容占位符 1">
            <a:extLst>
              <a:ext uri="{FF2B5EF4-FFF2-40B4-BE49-F238E27FC236}">
                <a16:creationId xmlns:a16="http://schemas.microsoft.com/office/drawing/2014/main" id="{3300F705-D20E-E658-3BD2-1C28FBDE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0303" y="2440699"/>
            <a:ext cx="4152900" cy="3216122"/>
          </a:xfrm>
        </p:spPr>
        <p:txBody>
          <a:bodyPr>
            <a:normAutofit/>
          </a:bodyPr>
          <a:lstStyle/>
          <a:p>
            <a:pPr marL="323992" lvl="1" indent="0" algn="ctr">
              <a:buNone/>
            </a:pPr>
            <a:r>
              <a:rPr lang="en-US" altLang="zh-Hans-MO" sz="1800" dirty="0"/>
              <a:t>`</a:t>
            </a:r>
            <a:r>
              <a:rPr lang="en-US" altLang="zh-Hans-MO" sz="1800" dirty="0" err="1"/>
              <a:t>after_stack_push</a:t>
            </a:r>
            <a:r>
              <a:rPr lang="en-US" altLang="zh-Hans-MO" sz="1800" dirty="0"/>
              <a:t>/pop`:</a:t>
            </a:r>
            <a:r>
              <a:rPr lang="zh-Hans-MO" altLang="en-US" dirty="0"/>
              <a:t> </a:t>
            </a:r>
            <a:endParaRPr lang="en-US" altLang="zh-Hans-MO" dirty="0"/>
          </a:p>
          <a:p>
            <a:pPr marL="323992" lvl="1" indent="0" algn="ctr">
              <a:buNone/>
            </a:pPr>
            <a:r>
              <a:rPr lang="en-US" altLang="zh-Hans-MO" sz="1800" dirty="0" err="1"/>
              <a:t>KernMiri</a:t>
            </a:r>
            <a:r>
              <a:rPr lang="en-US" altLang="zh-Hans-MO" sz="1800" dirty="0"/>
              <a:t> modifies hooks to save and restore the virtual stack pointer address when stack frames are pushed or </a:t>
            </a:r>
            <a:r>
              <a:rPr lang="en-US" altLang="zh-Hans-MO" sz="1800" dirty="0" err="1"/>
              <a:t>poped</a:t>
            </a:r>
            <a:r>
              <a:rPr lang="en-US" altLang="zh-Hans-MO" sz="1800" dirty="0"/>
              <a:t>.</a:t>
            </a:r>
            <a:endParaRPr lang="en-US" altLang="zh-Hans-MO" dirty="0"/>
          </a:p>
        </p:txBody>
      </p:sp>
    </p:spTree>
    <p:extLst>
      <p:ext uri="{BB962C8B-B14F-4D97-AF65-F5344CB8AC3E}">
        <p14:creationId xmlns:p14="http://schemas.microsoft.com/office/powerpoint/2010/main" val="1490585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38DD-A724-C160-969B-A15B7B28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40229D-B877-898C-6642-99E6EBFF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mirimachine</a:t>
            </a:r>
            <a:endParaRPr lang="zh-Hans-MO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783E2D-55F8-2102-9426-0336D35F4315}"/>
              </a:ext>
            </a:extLst>
          </p:cNvPr>
          <p:cNvSpPr txBox="1"/>
          <p:nvPr/>
        </p:nvSpPr>
        <p:spPr>
          <a:xfrm>
            <a:off x="7810615" y="702474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Function call &amp; Control flow</a:t>
            </a:r>
            <a:endParaRPr lang="zh-Hans-MO" altLang="en-US" dirty="0"/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9BBE1D0F-675E-CF4B-143F-CD6A53EBF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0302" y="2440699"/>
            <a:ext cx="4477407" cy="3216122"/>
          </a:xfrm>
        </p:spPr>
        <p:txBody>
          <a:bodyPr>
            <a:normAutofit/>
          </a:bodyPr>
          <a:lstStyle/>
          <a:p>
            <a:pPr marL="323992" lvl="1" indent="0" algn="ctr">
              <a:buNone/>
            </a:pPr>
            <a:r>
              <a:rPr lang="en-US" altLang="zh-Hans-MO" sz="1800" dirty="0"/>
              <a:t>`</a:t>
            </a:r>
            <a:r>
              <a:rPr lang="en-US" altLang="zh-Hans-MO" sz="1800" dirty="0" err="1"/>
              <a:t>before_terminator</a:t>
            </a:r>
            <a:r>
              <a:rPr lang="en-US" altLang="zh-Hans-MO" sz="1800" dirty="0"/>
              <a:t>`:</a:t>
            </a:r>
            <a:r>
              <a:rPr lang="zh-Hans-MO" altLang="en-US" dirty="0"/>
              <a:t> </a:t>
            </a:r>
            <a:endParaRPr lang="en-US" altLang="zh-Hans-MO" dirty="0"/>
          </a:p>
          <a:p>
            <a:pPr marL="323992" lvl="1" indent="0" algn="ctr">
              <a:buNone/>
            </a:pPr>
            <a:r>
              <a:rPr lang="en-US" altLang="zh-Hans-MO" sz="1800" dirty="0" err="1"/>
              <a:t>KernMiri</a:t>
            </a:r>
            <a:r>
              <a:rPr lang="en-US" altLang="zh-Hans-MO" sz="1800" dirty="0"/>
              <a:t> adds a `</a:t>
            </a:r>
            <a:r>
              <a:rPr lang="en-US" altLang="zh-Hans-MO" sz="1800" dirty="0" err="1"/>
              <a:t>exc.maybe_switch_cpu</a:t>
            </a:r>
            <a:r>
              <a:rPr lang="en-US" altLang="zh-Hans-MO" sz="1800" dirty="0"/>
              <a:t>` to simulate the thread running on different virtual-CPU.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936292C-B5F1-90C2-DB47-A277C73EB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75" y="1665889"/>
            <a:ext cx="6933308" cy="509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89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BAA0-28E4-469D-F122-5E9D129B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18EA9C9-0DFE-8E88-E682-416169F85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810" y="2005913"/>
            <a:ext cx="12112038" cy="3678303"/>
          </a:xfrm>
        </p:spPr>
        <p:txBody>
          <a:bodyPr>
            <a:normAutofit/>
          </a:bodyPr>
          <a:lstStyle/>
          <a:p>
            <a:r>
              <a:rPr lang="en-US" altLang="zh-Hans-MO" sz="2200" dirty="0"/>
              <a:t>The `Thread` and `</a:t>
            </a:r>
            <a:r>
              <a:rPr lang="en-US" altLang="zh-Hans-MO" sz="2200" dirty="0" err="1"/>
              <a:t>ThreadManager</a:t>
            </a:r>
            <a:r>
              <a:rPr lang="en-US" altLang="zh-Hans-MO" sz="2200" dirty="0"/>
              <a:t>` structs are heavily extended for a multi-core world.</a:t>
            </a:r>
          </a:p>
          <a:p>
            <a:endParaRPr lang="en-US" altLang="zh-Hans-MO" sz="2200" dirty="0"/>
          </a:p>
          <a:p>
            <a:r>
              <a:rPr lang="en-US" altLang="zh-Hans-MO" sz="2200" dirty="0"/>
              <a:t>`Thread` additions: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stack_addr_records</a:t>
            </a:r>
            <a:r>
              <a:rPr lang="en-US" altLang="zh-Hans-MO" sz="2200" dirty="0"/>
              <a:t>`:  A stack of </a:t>
            </a:r>
            <a:r>
              <a:rPr lang="en-US" altLang="zh-Hans-MO" sz="2200" dirty="0">
                <a:solidFill>
                  <a:schemeClr val="accent1"/>
                </a:solidFill>
              </a:rPr>
              <a:t>stack pointers</a:t>
            </a:r>
            <a:r>
              <a:rPr lang="en-US" altLang="zh-Hans-MO" sz="2200" dirty="0"/>
              <a:t>, acting like the </a:t>
            </a:r>
            <a:r>
              <a:rPr lang="en-US" altLang="zh-Hans-MO" sz="2200" dirty="0" err="1"/>
              <a:t>ebp</a:t>
            </a:r>
            <a:r>
              <a:rPr lang="en-US" altLang="zh-Hans-MO" sz="2200" dirty="0"/>
              <a:t> chain in x86 to unwind frames.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next_stack_addr</a:t>
            </a:r>
            <a:r>
              <a:rPr lang="en-US" altLang="zh-Hans-MO" sz="2200" dirty="0"/>
              <a:t>`:  The current virtual stack pointer (</a:t>
            </a:r>
            <a:r>
              <a:rPr lang="en-US" altLang="zh-Hans-MO" sz="2200" dirty="0" err="1"/>
              <a:t>sp</a:t>
            </a:r>
            <a:r>
              <a:rPr lang="en-US" altLang="zh-Hans-MO" sz="2200" dirty="0"/>
              <a:t>).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stack_bottom</a:t>
            </a:r>
            <a:r>
              <a:rPr lang="en-US" altLang="zh-Hans-MO" sz="2200" dirty="0"/>
              <a:t>`: The lowest valid address for the stack, used to detect stack overflows.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D74F93F-4142-478C-93BF-9DCDCC8AE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Threads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71000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382A-D85E-1B95-A41A-2A45C0C1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845350F-022E-C6CC-2DDF-BB892D2C1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810" y="2005913"/>
            <a:ext cx="12112038" cy="3678303"/>
          </a:xfrm>
        </p:spPr>
        <p:txBody>
          <a:bodyPr>
            <a:normAutofit/>
          </a:bodyPr>
          <a:lstStyle/>
          <a:p>
            <a:r>
              <a:rPr lang="en-US" altLang="zh-Hans-MO" sz="2200" dirty="0"/>
              <a:t>`</a:t>
            </a:r>
            <a:r>
              <a:rPr lang="en-US" altLang="zh-Hans-MO" sz="2200" dirty="0" err="1"/>
              <a:t>ThreadManager</a:t>
            </a:r>
            <a:r>
              <a:rPr lang="en-US" altLang="zh-Hans-MO" sz="2200" dirty="0"/>
              <a:t>` additions: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active_cpu</a:t>
            </a:r>
            <a:r>
              <a:rPr lang="en-US" altLang="zh-Hans-MO" sz="2200" dirty="0"/>
              <a:t>`:  Which virtual CPU is currently running.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next_cpu</a:t>
            </a:r>
            <a:r>
              <a:rPr lang="en-US" altLang="zh-Hans-MO" sz="2200" dirty="0"/>
              <a:t>`: which CPU is </a:t>
            </a:r>
            <a:r>
              <a:rPr lang="en-US" altLang="zh-Hans-MO" sz="2200" dirty="0" err="1"/>
              <a:t>actived</a:t>
            </a:r>
            <a:r>
              <a:rPr lang="en-US" altLang="zh-Hans-MO" sz="2200" dirty="0"/>
              <a:t> in the next iteration.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cpu_to_threads</a:t>
            </a:r>
            <a:r>
              <a:rPr lang="en-US" altLang="zh-Hans-MO" sz="2200" dirty="0"/>
              <a:t>`: An array stores the mapping between CPU number and the `</a:t>
            </a:r>
            <a:r>
              <a:rPr lang="en-US" altLang="zh-Hans-MO" sz="2200" dirty="0" err="1"/>
              <a:t>ThreadId</a:t>
            </a:r>
            <a:r>
              <a:rPr lang="en-US" altLang="zh-Hans-MO" sz="2200" dirty="0"/>
              <a:t>`.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next_thread</a:t>
            </a:r>
            <a:r>
              <a:rPr lang="en-US" altLang="zh-Hans-MO" sz="2200" dirty="0"/>
              <a:t>`: An array records ID of the next thread to execute for each CPU. </a:t>
            </a:r>
          </a:p>
          <a:p>
            <a:pPr lvl="1"/>
            <a:r>
              <a:rPr lang="en-US" altLang="zh-Hans-MO" sz="2200" dirty="0"/>
              <a:t>`</a:t>
            </a:r>
            <a:r>
              <a:rPr lang="en-US" altLang="zh-Hans-MO" sz="2200" dirty="0" err="1"/>
              <a:t>cpu_local_base</a:t>
            </a:r>
            <a:r>
              <a:rPr lang="en-US" altLang="zh-Hans-MO" sz="2200" dirty="0"/>
              <a:t>`: An array stores the base virtual address of </a:t>
            </a:r>
            <a:r>
              <a:rPr lang="en-US" altLang="zh-Hans-MO" sz="2200" dirty="0" err="1"/>
              <a:t>cpu</a:t>
            </a:r>
            <a:r>
              <a:rPr lang="en-US" altLang="zh-Hans-MO" sz="2200" dirty="0"/>
              <a:t> local variables for each CPU.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0366BEA-9C03-9ADC-940D-05FA55586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Threads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697157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B93E3-1E7F-E1F4-FC2F-C5851EBF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8248622-7085-3A4B-42AF-503121829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710" y="2020694"/>
            <a:ext cx="5722883" cy="3678303"/>
          </a:xfrm>
        </p:spPr>
        <p:txBody>
          <a:bodyPr>
            <a:normAutofit/>
          </a:bodyPr>
          <a:lstStyle/>
          <a:p>
            <a:r>
              <a:rPr lang="en-US" altLang="zh-Hans-MO" sz="2200" dirty="0"/>
              <a:t>`schedule`: Decide which action to take next and on which thread.</a:t>
            </a:r>
          </a:p>
          <a:p>
            <a:endParaRPr lang="en-US" altLang="zh-Hans-MO" sz="2200" dirty="0"/>
          </a:p>
          <a:p>
            <a:r>
              <a:rPr lang="en-US" altLang="zh-Hans-MO" sz="2200" dirty="0" err="1"/>
              <a:t>KernMiri</a:t>
            </a:r>
            <a:r>
              <a:rPr lang="en-US" altLang="zh-Hans-MO" sz="2200" dirty="0"/>
              <a:t> adds the logic to switch </a:t>
            </a:r>
            <a:r>
              <a:rPr lang="en-US" altLang="zh-CN" sz="2200" dirty="0"/>
              <a:t>different CPU-core.</a:t>
            </a:r>
            <a:endParaRPr lang="en-US" altLang="zh-Hans-MO" sz="2200" dirty="0"/>
          </a:p>
          <a:p>
            <a:pPr lvl="1"/>
            <a:endParaRPr lang="en-US" altLang="zh-Hans-MO" sz="1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93DFBBA-87F1-430F-86A1-D0680928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/>
              <a:t>Threads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F41B05-C007-7330-4B13-D23397E19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185" y="181354"/>
            <a:ext cx="5533697" cy="649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24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7A0C-AB57-5476-9E48-175DA7CEA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91F7C353-C756-CD80-CDAE-843F5C967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4063" y="2278413"/>
            <a:ext cx="5722937" cy="867572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CFA7A21F-A59E-2445-B0BF-4D927D14B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5260694" cy="1015200"/>
          </a:xfrm>
        </p:spPr>
        <p:txBody>
          <a:bodyPr/>
          <a:lstStyle/>
          <a:p>
            <a:r>
              <a:rPr lang="en-US" altLang="zh-Hans-MO" dirty="0"/>
              <a:t>Threads</a:t>
            </a:r>
            <a:endParaRPr lang="zh-Hans-MO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60297F-96BD-1248-5E1E-50A6AE626C20}"/>
              </a:ext>
            </a:extLst>
          </p:cNvPr>
          <p:cNvSpPr txBox="1"/>
          <p:nvPr/>
        </p:nvSpPr>
        <p:spPr>
          <a:xfrm>
            <a:off x="8722320" y="1608624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ans-MO" dirty="0"/>
              <a:t>BUG?</a:t>
            </a:r>
            <a:endParaRPr lang="zh-Hans-MO" altLang="en-US" dirty="0"/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E0AE51B5-28AD-DB45-8028-2A746C827AE0}"/>
              </a:ext>
            </a:extLst>
          </p:cNvPr>
          <p:cNvSpPr txBox="1">
            <a:spLocks/>
          </p:cNvSpPr>
          <p:nvPr/>
        </p:nvSpPr>
        <p:spPr>
          <a:xfrm>
            <a:off x="425669" y="1943436"/>
            <a:ext cx="5827987" cy="3678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Hans-MO" sz="2200" dirty="0"/>
              <a:t>Some functions are hard-coded to be </a:t>
            </a:r>
            <a:r>
              <a:rPr lang="en-US" altLang="zh-Hans-MO" sz="2200" dirty="0" err="1"/>
              <a:t>cpu</a:t>
            </a:r>
            <a:r>
              <a:rPr lang="en-US" altLang="zh-Hans-MO" sz="2200" dirty="0"/>
              <a:t>[1]?</a:t>
            </a:r>
          </a:p>
          <a:p>
            <a:r>
              <a:rPr lang="zh-CN" altLang="en-US" sz="2200" dirty="0"/>
              <a:t>但前面提到了 </a:t>
            </a:r>
            <a:r>
              <a:rPr lang="en-US" altLang="zh-CN" sz="2400" dirty="0" err="1"/>
              <a:t>KernMiri</a:t>
            </a:r>
            <a:r>
              <a:rPr lang="en-US" altLang="zh-CN" sz="2400" dirty="0"/>
              <a:t> </a:t>
            </a:r>
            <a:r>
              <a:rPr lang="zh-CN" altLang="en-US" sz="2400" dirty="0"/>
              <a:t>模拟多核的实现上是有欠缺的。</a:t>
            </a:r>
            <a:endParaRPr lang="en-US" altLang="zh-CN" sz="2400" dirty="0"/>
          </a:p>
          <a:p>
            <a:r>
              <a:rPr lang="zh-CN" altLang="en-US" sz="2400" dirty="0"/>
              <a:t>一个简单的多线程都不一定能 </a:t>
            </a:r>
            <a:r>
              <a:rPr lang="en-US" altLang="zh-CN" sz="2400" dirty="0" err="1"/>
              <a:t>KernMiri</a:t>
            </a:r>
            <a:r>
              <a:rPr lang="en-US" altLang="zh-CN" sz="2400" dirty="0"/>
              <a:t> </a:t>
            </a:r>
            <a:r>
              <a:rPr lang="zh-CN" altLang="en-US" sz="2400" dirty="0"/>
              <a:t>跑起来，因此我并没能成功构造出测例</a:t>
            </a:r>
            <a:endParaRPr lang="en-US" altLang="zh-Hans-MO" sz="2200" dirty="0"/>
          </a:p>
          <a:p>
            <a:pPr marL="323992" lvl="1" indent="0">
              <a:buNone/>
            </a:pPr>
            <a:endParaRPr lang="en-US" altLang="zh-Hans-MO" sz="2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DB47C8C-5E1A-5CEE-4294-48BFDD9A6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855" y="4416927"/>
            <a:ext cx="8434553" cy="232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241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3511-8ECF-9A24-5B44-64A5CB70C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96FD8EF-1197-0B85-7A54-5816055F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5" y="593424"/>
            <a:ext cx="8135274" cy="1015200"/>
          </a:xfrm>
        </p:spPr>
        <p:txBody>
          <a:bodyPr>
            <a:normAutofit/>
          </a:bodyPr>
          <a:lstStyle/>
          <a:p>
            <a:r>
              <a:rPr lang="en-US" altLang="zh-Hans-MO" sz="3200" dirty="0"/>
              <a:t>Mitch (</a:t>
            </a:r>
            <a:r>
              <a:rPr lang="en-US" altLang="zh-Hans-MO" dirty="0" err="1"/>
              <a:t>page_table</a:t>
            </a:r>
            <a:r>
              <a:rPr lang="zh-CN" altLang="en-US" dirty="0"/>
              <a:t>，</a:t>
            </a:r>
            <a:r>
              <a:rPr lang="en-US" altLang="zh-Hans-MO" dirty="0" err="1"/>
              <a:t>physical</a:t>
            </a:r>
            <a:r>
              <a:rPr lang="en-US" altLang="zh-CN" dirty="0" err="1"/>
              <a:t>_mem</a:t>
            </a:r>
            <a:r>
              <a:rPr lang="zh-CN" altLang="en-US" dirty="0"/>
              <a:t>）</a:t>
            </a:r>
            <a:endParaRPr lang="zh-Hans-MO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40CD66-484A-B723-5301-40FDABC80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还没深入去看和理解</a:t>
            </a:r>
            <a:r>
              <a:rPr lang="en-US" altLang="zh-CN" sz="2000" dirty="0"/>
              <a:t>:( </a:t>
            </a:r>
          </a:p>
          <a:p>
            <a:endParaRPr lang="en-US" altLang="zh-CN" sz="2000" dirty="0"/>
          </a:p>
          <a:p>
            <a:r>
              <a:rPr lang="zh-CN" altLang="en-US" sz="2000" dirty="0"/>
              <a:t>从目前的改动看下来，导致 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无法用于其他 </a:t>
            </a:r>
            <a:r>
              <a:rPr lang="en-US" altLang="zh-CN" sz="2000" dirty="0"/>
              <a:t>Crate </a:t>
            </a:r>
            <a:r>
              <a:rPr lang="zh-CN" altLang="en-US" sz="2000" dirty="0"/>
              <a:t>的原因应该就出在这两个文件中对 </a:t>
            </a:r>
            <a:r>
              <a:rPr lang="en-US" altLang="zh-CN" sz="2000" dirty="0" err="1"/>
              <a:t>ostd</a:t>
            </a:r>
            <a:r>
              <a:rPr lang="en-US" altLang="zh-CN" sz="2000" dirty="0"/>
              <a:t> </a:t>
            </a:r>
            <a:r>
              <a:rPr lang="zh-CN" altLang="en-US" sz="2000" dirty="0"/>
              <a:t>的依赖。</a:t>
            </a:r>
            <a:endParaRPr lang="zh-Hans-MO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16968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8112-5674-B502-7FA2-1FAA40BF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DE201BB-ECDA-4E0D-7249-198749205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5" y="593424"/>
            <a:ext cx="8135274" cy="1015200"/>
          </a:xfrm>
        </p:spPr>
        <p:txBody>
          <a:bodyPr>
            <a:normAutofit/>
          </a:bodyPr>
          <a:lstStyle/>
          <a:p>
            <a:r>
              <a:rPr lang="en-US" altLang="zh-CN" sz="3200" dirty="0" err="1"/>
              <a:t>SUMmary</a:t>
            </a:r>
            <a:endParaRPr lang="zh-Hans-MO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481C22-FAE3-CCE6-7054-A175CE491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0912"/>
            <a:ext cx="12192000" cy="253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672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1DA14-AC64-B78E-D715-80C73E861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A26E25-85E9-340A-B75A-3D6E3A268B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遇到的困难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043E9D-3FF1-23F2-9669-C567ABC0D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9916789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8F7DB-D25D-7D9A-A3F2-EDBD0CAE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88DE999-8FDA-7D43-E939-D7C537F05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227" y="1785649"/>
            <a:ext cx="11220656" cy="41947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一开始误判了这工具的泛用性，加上自己对 </a:t>
            </a:r>
            <a:r>
              <a:rPr lang="en-US" altLang="zh-CN" sz="2000" dirty="0"/>
              <a:t>Rust </a:t>
            </a:r>
            <a:r>
              <a:rPr lang="zh-CN" altLang="en-US" sz="2000" dirty="0"/>
              <a:t>环境并没有特别熟练，导致花了不少时间去倒腾“编译”的问题。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每次改了一点东西都需要编译很久？不知道是不是我 </a:t>
            </a:r>
            <a:r>
              <a:rPr lang="en-US" altLang="zh-CN" sz="2000" dirty="0"/>
              <a:t>cargo </a:t>
            </a:r>
            <a:r>
              <a:rPr lang="zh-CN" altLang="en-US" sz="2000" dirty="0"/>
              <a:t>操作不对。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不会在这东西上面用 </a:t>
            </a:r>
            <a:r>
              <a:rPr lang="en-US" altLang="zh-CN" sz="2000" dirty="0"/>
              <a:t>DEBUG </a:t>
            </a:r>
            <a:r>
              <a:rPr lang="zh-CN" altLang="en-US" sz="2000" dirty="0"/>
              <a:t>工具💀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en-US" altLang="zh-CN" sz="2000" dirty="0"/>
              <a:t>Miri </a:t>
            </a:r>
            <a:r>
              <a:rPr lang="zh-CN" altLang="en-US" sz="2000" dirty="0"/>
              <a:t>没有多少文档看</a:t>
            </a:r>
            <a:r>
              <a:rPr lang="en-US" altLang="zh-CN" sz="2000" dirty="0"/>
              <a:t>… 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更是只能对着 </a:t>
            </a:r>
            <a:r>
              <a:rPr lang="en-US" altLang="zh-CN" sz="2000" dirty="0"/>
              <a:t>commit diff </a:t>
            </a:r>
            <a:r>
              <a:rPr lang="zh-CN" altLang="en-US" sz="2000" dirty="0"/>
              <a:t>去看注释和改动。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前面提到了依赖星绽 </a:t>
            </a:r>
            <a:r>
              <a:rPr lang="en-US" altLang="zh-CN" sz="2000" dirty="0" err="1"/>
              <a:t>ostd</a:t>
            </a:r>
            <a:r>
              <a:rPr lang="en-US" altLang="zh-CN" sz="2000" dirty="0"/>
              <a:t> </a:t>
            </a:r>
            <a:r>
              <a:rPr lang="zh-CN" altLang="en-US" sz="2000" dirty="0"/>
              <a:t>的问题，现在最坏的情况就是我看完了 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还要去看星绽才能着手修问题。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endParaRPr lang="en-US" altLang="zh-CN" sz="2000" dirty="0"/>
          </a:p>
          <a:p>
            <a:pPr>
              <a:lnSpc>
                <a:spcPct val="200000"/>
              </a:lnSpc>
            </a:pPr>
            <a:endParaRPr lang="en-US" altLang="zh-CN" sz="2000" dirty="0"/>
          </a:p>
          <a:p>
            <a:pPr>
              <a:lnSpc>
                <a:spcPct val="200000"/>
              </a:lnSpc>
            </a:pPr>
            <a:endParaRPr lang="en-US" altLang="zh-Hans-MO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DBFDB36-5C3B-FC6E-034F-D152506FB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遇到的问题</a:t>
            </a:r>
            <a:endParaRPr lang="zh-Hans-MO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1277CC-C188-DBF6-9F4D-541738DDB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015" y="4853940"/>
            <a:ext cx="5880538" cy="195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43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2119-44FD-C5B9-8D4D-BE790088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2347C-DB50-4DC3-26E0-80E91B4CDB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Q&amp;A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DA857F-43CD-C179-7561-92A30573F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059638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感谢！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罗绍玮</a:t>
            </a:r>
            <a:endParaRPr kumimoji="1" lang="en-US" altLang="zh-CN" dirty="0"/>
          </a:p>
          <a:p>
            <a:r>
              <a:rPr kumimoji="1" lang="en-US" altLang="zh-CN" dirty="0"/>
              <a:t>2025</a:t>
            </a:r>
            <a:r>
              <a:rPr kumimoji="1" lang="zh-CN" altLang="en-US" dirty="0"/>
              <a:t>年</a:t>
            </a:r>
            <a:r>
              <a:rPr kumimoji="1" lang="en-US" altLang="zh-CN" dirty="0"/>
              <a:t>10</a:t>
            </a:r>
            <a:r>
              <a:rPr kumimoji="1" lang="zh-CN" altLang="en-US" dirty="0"/>
              <a:t>月</a:t>
            </a:r>
            <a:r>
              <a:rPr kumimoji="1" lang="en-US" altLang="zh-CN" dirty="0"/>
              <a:t>14</a:t>
            </a:r>
            <a:r>
              <a:rPr kumimoji="1"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清华简约主题-扁平-16:9">
  <a:themeElements>
    <a:clrScheme name="自定义 6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5B2F7C"/>
      </a:accent1>
      <a:accent2>
        <a:srgbClr val="5C2F7D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5494</TotalTime>
  <Words>2216</Words>
  <Application>Microsoft Office PowerPoint</Application>
  <PresentationFormat>宽屏</PresentationFormat>
  <Paragraphs>250</Paragraphs>
  <Slides>37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1" baseType="lpstr">
      <vt:lpstr>等线</vt:lpstr>
      <vt:lpstr>Gill Sans MT</vt:lpstr>
      <vt:lpstr>Wingdings 2</vt:lpstr>
      <vt:lpstr>清华简约主题-扁平-16:9</vt:lpstr>
      <vt:lpstr>尝试让 OS-checker 支持 KernMiri</vt:lpstr>
      <vt:lpstr>目录</vt:lpstr>
      <vt:lpstr>目前进展</vt:lpstr>
      <vt:lpstr>前四周进展</vt:lpstr>
      <vt:lpstr>前四周进展</vt:lpstr>
      <vt:lpstr>前四周进展</vt:lpstr>
      <vt:lpstr>接下来的可选的工作</vt:lpstr>
      <vt:lpstr>Miri</vt:lpstr>
      <vt:lpstr>Miri(WHAT)</vt:lpstr>
      <vt:lpstr>Miri(HOW)</vt:lpstr>
      <vt:lpstr>MIRI(HOW)</vt:lpstr>
      <vt:lpstr>MIRI(HOW)</vt:lpstr>
      <vt:lpstr>MIRI(HOW)</vt:lpstr>
      <vt:lpstr>Miri(HOW)</vt:lpstr>
      <vt:lpstr>Miri(HOW)</vt:lpstr>
      <vt:lpstr>Miri(HOW)</vt:lpstr>
      <vt:lpstr>Kern Miri</vt:lpstr>
      <vt:lpstr>Kern Miri (diff)</vt:lpstr>
      <vt:lpstr>shims</vt:lpstr>
      <vt:lpstr>shims</vt:lpstr>
      <vt:lpstr>mirimachine</vt:lpstr>
      <vt:lpstr>mirimachine</vt:lpstr>
      <vt:lpstr>mirimachine</vt:lpstr>
      <vt:lpstr>mirimachine</vt:lpstr>
      <vt:lpstr>mirimachine</vt:lpstr>
      <vt:lpstr>mirimachine</vt:lpstr>
      <vt:lpstr>mirimachine</vt:lpstr>
      <vt:lpstr>Threads</vt:lpstr>
      <vt:lpstr>Threads</vt:lpstr>
      <vt:lpstr>Threads</vt:lpstr>
      <vt:lpstr>Threads</vt:lpstr>
      <vt:lpstr>Mitch (page_table，physical_mem）</vt:lpstr>
      <vt:lpstr>SUMmary</vt:lpstr>
      <vt:lpstr>遇到的困难</vt:lpstr>
      <vt:lpstr>遇到的问题</vt:lpstr>
      <vt:lpstr>Q&amp;A</vt:lpstr>
      <vt:lpstr>感谢！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ill b</cp:lastModifiedBy>
  <cp:revision>1296</cp:revision>
  <cp:lastPrinted>2020-04-04T02:50:47Z</cp:lastPrinted>
  <dcterms:created xsi:type="dcterms:W3CDTF">2020-01-04T07:43:38Z</dcterms:created>
  <dcterms:modified xsi:type="dcterms:W3CDTF">2025-10-13T10:15:09Z</dcterms:modified>
</cp:coreProperties>
</file>